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305" r:id="rId5"/>
    <p:sldId id="314" r:id="rId6"/>
    <p:sldId id="312" r:id="rId7"/>
    <p:sldId id="313" r:id="rId8"/>
    <p:sldId id="315" r:id="rId9"/>
    <p:sldId id="316" r:id="rId10"/>
    <p:sldId id="317" r:id="rId11"/>
    <p:sldId id="318" r:id="rId12"/>
    <p:sldId id="319" r:id="rId13"/>
    <p:sldId id="320" r:id="rId14"/>
    <p:sldId id="323" r:id="rId15"/>
    <p:sldId id="324" r:id="rId16"/>
    <p:sldId id="330" r:id="rId17"/>
    <p:sldId id="340" r:id="rId18"/>
    <p:sldId id="329" r:id="rId19"/>
    <p:sldId id="343" r:id="rId20"/>
    <p:sldId id="344" r:id="rId21"/>
    <p:sldId id="332" r:id="rId22"/>
    <p:sldId id="334" r:id="rId23"/>
    <p:sldId id="331" r:id="rId24"/>
    <p:sldId id="328" r:id="rId25"/>
    <p:sldId id="335" r:id="rId26"/>
    <p:sldId id="339" r:id="rId27"/>
    <p:sldId id="326" r:id="rId28"/>
    <p:sldId id="327" r:id="rId29"/>
    <p:sldId id="321" r:id="rId30"/>
    <p:sldId id="322" r:id="rId31"/>
    <p:sldId id="342"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19" autoAdjust="0"/>
  </p:normalViewPr>
  <p:slideViewPr>
    <p:cSldViewPr snapToGrid="0">
      <p:cViewPr>
        <p:scale>
          <a:sx n="46" d="100"/>
          <a:sy n="46" d="100"/>
        </p:scale>
        <p:origin x="62" y="12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eresh desai" userId="11ceeb9ac0a88e93" providerId="LiveId" clId="{0942FFA8-D483-41FF-875F-3C0108869859}"/>
    <pc:docChg chg="undo custSel addSld delSld modSld sldOrd">
      <pc:chgData name="veeresh desai" userId="11ceeb9ac0a88e93" providerId="LiveId" clId="{0942FFA8-D483-41FF-875F-3C0108869859}" dt="2024-10-20T05:28:01.803" v="1098" actId="14100"/>
      <pc:docMkLst>
        <pc:docMk/>
      </pc:docMkLst>
      <pc:sldChg chg="modSp add del">
        <pc:chgData name="veeresh desai" userId="11ceeb9ac0a88e93" providerId="LiveId" clId="{0942FFA8-D483-41FF-875F-3C0108869859}" dt="2024-10-19T20:51:14.108" v="22" actId="47"/>
        <pc:sldMkLst>
          <pc:docMk/>
          <pc:sldMk cId="651443823" sldId="311"/>
        </pc:sldMkLst>
        <pc:graphicFrameChg chg="mod">
          <ac:chgData name="veeresh desai" userId="11ceeb9ac0a88e93" providerId="LiveId" clId="{0942FFA8-D483-41FF-875F-3C0108869859}" dt="2024-10-19T20:51:09.351" v="21" actId="20577"/>
          <ac:graphicFrameMkLst>
            <pc:docMk/>
            <pc:sldMk cId="651443823" sldId="311"/>
            <ac:graphicFrameMk id="5" creationId="{D6E2B9AC-73A3-4B9A-84F6-A0F50427C9AE}"/>
          </ac:graphicFrameMkLst>
        </pc:graphicFrameChg>
      </pc:sldChg>
      <pc:sldChg chg="addSp modSp new mod">
        <pc:chgData name="veeresh desai" userId="11ceeb9ac0a88e93" providerId="LiveId" clId="{0942FFA8-D483-41FF-875F-3C0108869859}" dt="2024-10-19T20:50:44.386" v="18" actId="1076"/>
        <pc:sldMkLst>
          <pc:docMk/>
          <pc:sldMk cId="1902751356" sldId="312"/>
        </pc:sldMkLst>
        <pc:picChg chg="add mod">
          <ac:chgData name="veeresh desai" userId="11ceeb9ac0a88e93" providerId="LiveId" clId="{0942FFA8-D483-41FF-875F-3C0108869859}" dt="2024-10-19T20:50:44.386" v="18" actId="1076"/>
          <ac:picMkLst>
            <pc:docMk/>
            <pc:sldMk cId="1902751356" sldId="312"/>
            <ac:picMk id="3" creationId="{FCBE2220-7871-4592-3C6A-5EA57CDBDAF3}"/>
          </ac:picMkLst>
        </pc:picChg>
        <pc:picChg chg="add mod">
          <ac:chgData name="veeresh desai" userId="11ceeb9ac0a88e93" providerId="LiveId" clId="{0942FFA8-D483-41FF-875F-3C0108869859}" dt="2024-10-19T20:50:43.709" v="17" actId="1076"/>
          <ac:picMkLst>
            <pc:docMk/>
            <pc:sldMk cId="1902751356" sldId="312"/>
            <ac:picMk id="5" creationId="{E24BB8CE-30CF-6BDD-70C5-B0D693E53BB3}"/>
          </ac:picMkLst>
        </pc:picChg>
      </pc:sldChg>
      <pc:sldChg chg="addSp modSp new">
        <pc:chgData name="veeresh desai" userId="11ceeb9ac0a88e93" providerId="LiveId" clId="{0942FFA8-D483-41FF-875F-3C0108869859}" dt="2024-10-19T20:50:57.646" v="20" actId="931"/>
        <pc:sldMkLst>
          <pc:docMk/>
          <pc:sldMk cId="717279134" sldId="313"/>
        </pc:sldMkLst>
        <pc:picChg chg="add mod">
          <ac:chgData name="veeresh desai" userId="11ceeb9ac0a88e93" providerId="LiveId" clId="{0942FFA8-D483-41FF-875F-3C0108869859}" dt="2024-10-19T20:50:57.646" v="20" actId="931"/>
          <ac:picMkLst>
            <pc:docMk/>
            <pc:sldMk cId="717279134" sldId="313"/>
            <ac:picMk id="3" creationId="{C4AC9B36-512E-4228-03C6-869AFA2F37E7}"/>
          </ac:picMkLst>
        </pc:picChg>
      </pc:sldChg>
      <pc:sldChg chg="new del">
        <pc:chgData name="veeresh desai" userId="11ceeb9ac0a88e93" providerId="LiveId" clId="{0942FFA8-D483-41FF-875F-3C0108869859}" dt="2024-10-19T20:50:43.489" v="16" actId="680"/>
        <pc:sldMkLst>
          <pc:docMk/>
          <pc:sldMk cId="3764583712" sldId="313"/>
        </pc:sldMkLst>
      </pc:sldChg>
      <pc:sldChg chg="new del">
        <pc:chgData name="veeresh desai" userId="11ceeb9ac0a88e93" providerId="LiveId" clId="{0942FFA8-D483-41FF-875F-3C0108869859}" dt="2024-10-19T21:03:49.782" v="31" actId="2696"/>
        <pc:sldMkLst>
          <pc:docMk/>
          <pc:sldMk cId="62646937" sldId="314"/>
        </pc:sldMkLst>
      </pc:sldChg>
      <pc:sldChg chg="delSp modSp new mod ord">
        <pc:chgData name="veeresh desai" userId="11ceeb9ac0a88e93" providerId="LiveId" clId="{0942FFA8-D483-41FF-875F-3C0108869859}" dt="2024-10-20T05:16:32.361" v="1065" actId="20577"/>
        <pc:sldMkLst>
          <pc:docMk/>
          <pc:sldMk cId="3294026258" sldId="314"/>
        </pc:sldMkLst>
        <pc:spChg chg="mod">
          <ac:chgData name="veeresh desai" userId="11ceeb9ac0a88e93" providerId="LiveId" clId="{0942FFA8-D483-41FF-875F-3C0108869859}" dt="2024-10-20T05:16:32.361" v="1065" actId="20577"/>
          <ac:spMkLst>
            <pc:docMk/>
            <pc:sldMk cId="3294026258" sldId="314"/>
            <ac:spMk id="2" creationId="{A54D0D39-0E3F-8434-8DBF-0D9D8D5F39A2}"/>
          </ac:spMkLst>
        </pc:spChg>
        <pc:spChg chg="del mod">
          <ac:chgData name="veeresh desai" userId="11ceeb9ac0a88e93" providerId="LiveId" clId="{0942FFA8-D483-41FF-875F-3C0108869859}" dt="2024-10-19T21:06:02.191" v="48" actId="478"/>
          <ac:spMkLst>
            <pc:docMk/>
            <pc:sldMk cId="3294026258" sldId="314"/>
            <ac:spMk id="3" creationId="{8576F51D-9EE0-601A-0AC1-3F5E1429FE0B}"/>
          </ac:spMkLst>
        </pc:spChg>
      </pc:sldChg>
      <pc:sldChg chg="add del">
        <pc:chgData name="veeresh desai" userId="11ceeb9ac0a88e93" providerId="LiveId" clId="{0942FFA8-D483-41FF-875F-3C0108869859}" dt="2024-10-19T21:10:44.112" v="88" actId="47"/>
        <pc:sldMkLst>
          <pc:docMk/>
          <pc:sldMk cId="1384959113" sldId="315"/>
        </pc:sldMkLst>
      </pc:sldChg>
      <pc:sldChg chg="addSp delSp modSp new mod">
        <pc:chgData name="veeresh desai" userId="11ceeb9ac0a88e93" providerId="LiveId" clId="{0942FFA8-D483-41FF-875F-3C0108869859}" dt="2024-10-19T21:21:59.222" v="301" actId="255"/>
        <pc:sldMkLst>
          <pc:docMk/>
          <pc:sldMk cId="1852724514" sldId="315"/>
        </pc:sldMkLst>
        <pc:spChg chg="mod">
          <ac:chgData name="veeresh desai" userId="11ceeb9ac0a88e93" providerId="LiveId" clId="{0942FFA8-D483-41FF-875F-3C0108869859}" dt="2024-10-19T21:21:59.222" v="301" actId="255"/>
          <ac:spMkLst>
            <pc:docMk/>
            <pc:sldMk cId="1852724514" sldId="315"/>
            <ac:spMk id="2" creationId="{8F31962E-0A50-865E-F0AA-F263518E1A58}"/>
          </ac:spMkLst>
        </pc:spChg>
        <pc:spChg chg="del">
          <ac:chgData name="veeresh desai" userId="11ceeb9ac0a88e93" providerId="LiveId" clId="{0942FFA8-D483-41FF-875F-3C0108869859}" dt="2024-10-19T21:11:00.970" v="93" actId="478"/>
          <ac:spMkLst>
            <pc:docMk/>
            <pc:sldMk cId="1852724514" sldId="315"/>
            <ac:spMk id="3" creationId="{BD4036D0-D7A8-9865-BACB-FA71E7F421F7}"/>
          </ac:spMkLst>
        </pc:spChg>
        <pc:spChg chg="add del">
          <ac:chgData name="veeresh desai" userId="11ceeb9ac0a88e93" providerId="LiveId" clId="{0942FFA8-D483-41FF-875F-3C0108869859}" dt="2024-10-19T21:10:55.637" v="92" actId="22"/>
          <ac:spMkLst>
            <pc:docMk/>
            <pc:sldMk cId="1852724514" sldId="315"/>
            <ac:spMk id="5" creationId="{22D0D174-2845-0BA7-156F-969B38A95952}"/>
          </ac:spMkLst>
        </pc:spChg>
      </pc:sldChg>
      <pc:sldChg chg="modSp new del mod">
        <pc:chgData name="veeresh desai" userId="11ceeb9ac0a88e93" providerId="LiveId" clId="{0942FFA8-D483-41FF-875F-3C0108869859}" dt="2024-10-19T21:03:47.939" v="29" actId="2696"/>
        <pc:sldMkLst>
          <pc:docMk/>
          <pc:sldMk cId="3693175088" sldId="315"/>
        </pc:sldMkLst>
        <pc:spChg chg="mod">
          <ac:chgData name="veeresh desai" userId="11ceeb9ac0a88e93" providerId="LiveId" clId="{0942FFA8-D483-41FF-875F-3C0108869859}" dt="2024-10-19T21:03:10.568" v="27"/>
          <ac:spMkLst>
            <pc:docMk/>
            <pc:sldMk cId="3693175088" sldId="315"/>
            <ac:spMk id="2" creationId="{095BA56E-FFC7-74E3-F9DE-24A921D3B698}"/>
          </ac:spMkLst>
        </pc:spChg>
      </pc:sldChg>
      <pc:sldChg chg="add del">
        <pc:chgData name="veeresh desai" userId="11ceeb9ac0a88e93" providerId="LiveId" clId="{0942FFA8-D483-41FF-875F-3C0108869859}" dt="2024-10-19T21:10:45.171" v="89" actId="47"/>
        <pc:sldMkLst>
          <pc:docMk/>
          <pc:sldMk cId="114833845" sldId="316"/>
        </pc:sldMkLst>
      </pc:sldChg>
      <pc:sldChg chg="add del">
        <pc:chgData name="veeresh desai" userId="11ceeb9ac0a88e93" providerId="LiveId" clId="{0942FFA8-D483-41FF-875F-3C0108869859}" dt="2024-10-19T21:03:48.285" v="30" actId="2696"/>
        <pc:sldMkLst>
          <pc:docMk/>
          <pc:sldMk cId="2181753975" sldId="316"/>
        </pc:sldMkLst>
      </pc:sldChg>
      <pc:sldChg chg="modSp add mod">
        <pc:chgData name="veeresh desai" userId="11ceeb9ac0a88e93" providerId="LiveId" clId="{0942FFA8-D483-41FF-875F-3C0108869859}" dt="2024-10-20T02:12:35.288" v="457" actId="207"/>
        <pc:sldMkLst>
          <pc:docMk/>
          <pc:sldMk cId="3542322401" sldId="316"/>
        </pc:sldMkLst>
        <pc:spChg chg="mod">
          <ac:chgData name="veeresh desai" userId="11ceeb9ac0a88e93" providerId="LiveId" clId="{0942FFA8-D483-41FF-875F-3C0108869859}" dt="2024-10-20T02:12:35.288" v="457" actId="207"/>
          <ac:spMkLst>
            <pc:docMk/>
            <pc:sldMk cId="3542322401" sldId="316"/>
            <ac:spMk id="2" creationId="{8F31962E-0A50-865E-F0AA-F263518E1A58}"/>
          </ac:spMkLst>
        </pc:spChg>
      </pc:sldChg>
      <pc:sldChg chg="delSp modSp new del mod">
        <pc:chgData name="veeresh desai" userId="11ceeb9ac0a88e93" providerId="LiveId" clId="{0942FFA8-D483-41FF-875F-3C0108869859}" dt="2024-10-19T21:10:41.859" v="87" actId="47"/>
        <pc:sldMkLst>
          <pc:docMk/>
          <pc:sldMk cId="2187748019" sldId="317"/>
        </pc:sldMkLst>
        <pc:spChg chg="mod">
          <ac:chgData name="veeresh desai" userId="11ceeb9ac0a88e93" providerId="LiveId" clId="{0942FFA8-D483-41FF-875F-3C0108869859}" dt="2024-10-19T21:10:38.754" v="86" actId="12"/>
          <ac:spMkLst>
            <pc:docMk/>
            <pc:sldMk cId="2187748019" sldId="317"/>
            <ac:spMk id="2" creationId="{62506834-4219-8AF2-D2C4-D93B7FC199C8}"/>
          </ac:spMkLst>
        </pc:spChg>
        <pc:spChg chg="del">
          <ac:chgData name="veeresh desai" userId="11ceeb9ac0a88e93" providerId="LiveId" clId="{0942FFA8-D483-41FF-875F-3C0108869859}" dt="2024-10-19T21:07:49.359" v="60" actId="478"/>
          <ac:spMkLst>
            <pc:docMk/>
            <pc:sldMk cId="2187748019" sldId="317"/>
            <ac:spMk id="3" creationId="{1B793EEC-CA3A-5FA4-4C37-EA4D2B1A6110}"/>
          </ac:spMkLst>
        </pc:spChg>
      </pc:sldChg>
      <pc:sldChg chg="modSp add mod">
        <pc:chgData name="veeresh desai" userId="11ceeb9ac0a88e93" providerId="LiveId" clId="{0942FFA8-D483-41FF-875F-3C0108869859}" dt="2024-10-20T02:49:39.937" v="823" actId="20577"/>
        <pc:sldMkLst>
          <pc:docMk/>
          <pc:sldMk cId="3305625156" sldId="317"/>
        </pc:sldMkLst>
        <pc:spChg chg="mod">
          <ac:chgData name="veeresh desai" userId="11ceeb9ac0a88e93" providerId="LiveId" clId="{0942FFA8-D483-41FF-875F-3C0108869859}" dt="2024-10-20T02:49:39.937" v="823" actId="20577"/>
          <ac:spMkLst>
            <pc:docMk/>
            <pc:sldMk cId="3305625156" sldId="317"/>
            <ac:spMk id="2" creationId="{8F31962E-0A50-865E-F0AA-F263518E1A58}"/>
          </ac:spMkLst>
        </pc:spChg>
      </pc:sldChg>
      <pc:sldChg chg="addSp delSp modSp add mod">
        <pc:chgData name="veeresh desai" userId="11ceeb9ac0a88e93" providerId="LiveId" clId="{0942FFA8-D483-41FF-875F-3C0108869859}" dt="2024-10-19T21:32:04.289" v="442" actId="20577"/>
        <pc:sldMkLst>
          <pc:docMk/>
          <pc:sldMk cId="332625674" sldId="318"/>
        </pc:sldMkLst>
        <pc:spChg chg="mod">
          <ac:chgData name="veeresh desai" userId="11ceeb9ac0a88e93" providerId="LiveId" clId="{0942FFA8-D483-41FF-875F-3C0108869859}" dt="2024-10-19T21:32:04.289" v="442" actId="20577"/>
          <ac:spMkLst>
            <pc:docMk/>
            <pc:sldMk cId="332625674" sldId="318"/>
            <ac:spMk id="2" creationId="{8F31962E-0A50-865E-F0AA-F263518E1A58}"/>
          </ac:spMkLst>
        </pc:spChg>
        <pc:spChg chg="add del">
          <ac:chgData name="veeresh desai" userId="11ceeb9ac0a88e93" providerId="LiveId" clId="{0942FFA8-D483-41FF-875F-3C0108869859}" dt="2024-10-19T21:30:09.901" v="426" actId="22"/>
          <ac:spMkLst>
            <pc:docMk/>
            <pc:sldMk cId="332625674" sldId="318"/>
            <ac:spMk id="4" creationId="{B90D4CDC-7E48-B9B4-8A3D-92A83BACCB50}"/>
          </ac:spMkLst>
        </pc:spChg>
      </pc:sldChg>
      <pc:sldChg chg="modSp add mod">
        <pc:chgData name="veeresh desai" userId="11ceeb9ac0a88e93" providerId="LiveId" clId="{0942FFA8-D483-41FF-875F-3C0108869859}" dt="2024-10-20T02:14:14.333" v="468" actId="20577"/>
        <pc:sldMkLst>
          <pc:docMk/>
          <pc:sldMk cId="3302649188" sldId="319"/>
        </pc:sldMkLst>
        <pc:spChg chg="mod">
          <ac:chgData name="veeresh desai" userId="11ceeb9ac0a88e93" providerId="LiveId" clId="{0942FFA8-D483-41FF-875F-3C0108869859}" dt="2024-10-20T02:14:14.333" v="468" actId="20577"/>
          <ac:spMkLst>
            <pc:docMk/>
            <pc:sldMk cId="3302649188" sldId="319"/>
            <ac:spMk id="2" creationId="{8F31962E-0A50-865E-F0AA-F263518E1A58}"/>
          </ac:spMkLst>
        </pc:spChg>
      </pc:sldChg>
      <pc:sldChg chg="modSp add mod">
        <pc:chgData name="veeresh desai" userId="11ceeb9ac0a88e93" providerId="LiveId" clId="{0942FFA8-D483-41FF-875F-3C0108869859}" dt="2024-10-20T02:17:19.826" v="522" actId="255"/>
        <pc:sldMkLst>
          <pc:docMk/>
          <pc:sldMk cId="3402496384" sldId="320"/>
        </pc:sldMkLst>
        <pc:spChg chg="mod">
          <ac:chgData name="veeresh desai" userId="11ceeb9ac0a88e93" providerId="LiveId" clId="{0942FFA8-D483-41FF-875F-3C0108869859}" dt="2024-10-20T02:17:19.826" v="522" actId="255"/>
          <ac:spMkLst>
            <pc:docMk/>
            <pc:sldMk cId="3402496384" sldId="320"/>
            <ac:spMk id="2" creationId="{8F31962E-0A50-865E-F0AA-F263518E1A58}"/>
          </ac:spMkLst>
        </pc:spChg>
      </pc:sldChg>
      <pc:sldChg chg="modSp add mod">
        <pc:chgData name="veeresh desai" userId="11ceeb9ac0a88e93" providerId="LiveId" clId="{0942FFA8-D483-41FF-875F-3C0108869859}" dt="2024-10-20T02:22:02.137" v="634" actId="20577"/>
        <pc:sldMkLst>
          <pc:docMk/>
          <pc:sldMk cId="2624908321" sldId="321"/>
        </pc:sldMkLst>
        <pc:spChg chg="mod">
          <ac:chgData name="veeresh desai" userId="11ceeb9ac0a88e93" providerId="LiveId" clId="{0942FFA8-D483-41FF-875F-3C0108869859}" dt="2024-10-20T02:22:02.137" v="634" actId="20577"/>
          <ac:spMkLst>
            <pc:docMk/>
            <pc:sldMk cId="2624908321" sldId="321"/>
            <ac:spMk id="2" creationId="{8F31962E-0A50-865E-F0AA-F263518E1A58}"/>
          </ac:spMkLst>
        </pc:spChg>
      </pc:sldChg>
      <pc:sldChg chg="modSp add mod">
        <pc:chgData name="veeresh desai" userId="11ceeb9ac0a88e93" providerId="LiveId" clId="{0942FFA8-D483-41FF-875F-3C0108869859}" dt="2024-10-20T02:34:46.176" v="703" actId="20577"/>
        <pc:sldMkLst>
          <pc:docMk/>
          <pc:sldMk cId="499082633" sldId="322"/>
        </pc:sldMkLst>
        <pc:spChg chg="mod">
          <ac:chgData name="veeresh desai" userId="11ceeb9ac0a88e93" providerId="LiveId" clId="{0942FFA8-D483-41FF-875F-3C0108869859}" dt="2024-10-20T02:34:46.176" v="703" actId="20577"/>
          <ac:spMkLst>
            <pc:docMk/>
            <pc:sldMk cId="499082633" sldId="322"/>
            <ac:spMk id="2" creationId="{8F31962E-0A50-865E-F0AA-F263518E1A58}"/>
          </ac:spMkLst>
        </pc:spChg>
      </pc:sldChg>
      <pc:sldChg chg="addSp modSp add mod ord">
        <pc:chgData name="veeresh desai" userId="11ceeb9ac0a88e93" providerId="LiveId" clId="{0942FFA8-D483-41FF-875F-3C0108869859}" dt="2024-10-20T05:10:29.600" v="878" actId="14100"/>
        <pc:sldMkLst>
          <pc:docMk/>
          <pc:sldMk cId="2718266294" sldId="323"/>
        </pc:sldMkLst>
        <pc:picChg chg="add mod">
          <ac:chgData name="veeresh desai" userId="11ceeb9ac0a88e93" providerId="LiveId" clId="{0942FFA8-D483-41FF-875F-3C0108869859}" dt="2024-10-20T05:10:29.600" v="878" actId="14100"/>
          <ac:picMkLst>
            <pc:docMk/>
            <pc:sldMk cId="2718266294" sldId="323"/>
            <ac:picMk id="4" creationId="{DA886EBA-C637-5808-81FA-0217940944B3}"/>
          </ac:picMkLst>
        </pc:picChg>
      </pc:sldChg>
      <pc:sldChg chg="addSp modSp add mod ord">
        <pc:chgData name="veeresh desai" userId="11ceeb9ac0a88e93" providerId="LiveId" clId="{0942FFA8-D483-41FF-875F-3C0108869859}" dt="2024-10-20T05:10:18.241" v="876" actId="14100"/>
        <pc:sldMkLst>
          <pc:docMk/>
          <pc:sldMk cId="1374698537" sldId="324"/>
        </pc:sldMkLst>
        <pc:picChg chg="add mod">
          <ac:chgData name="veeresh desai" userId="11ceeb9ac0a88e93" providerId="LiveId" clId="{0942FFA8-D483-41FF-875F-3C0108869859}" dt="2024-10-20T05:10:18.241" v="876" actId="14100"/>
          <ac:picMkLst>
            <pc:docMk/>
            <pc:sldMk cId="1374698537" sldId="324"/>
            <ac:picMk id="4" creationId="{33F70B70-3CCA-C673-B9F3-CC8F7C69BA88}"/>
          </ac:picMkLst>
        </pc:picChg>
      </pc:sldChg>
      <pc:sldChg chg="add del">
        <pc:chgData name="veeresh desai" userId="11ceeb9ac0a88e93" providerId="LiveId" clId="{0942FFA8-D483-41FF-875F-3C0108869859}" dt="2024-10-20T02:48:53.163" v="814" actId="47"/>
        <pc:sldMkLst>
          <pc:docMk/>
          <pc:sldMk cId="2541737366" sldId="325"/>
        </pc:sldMkLst>
      </pc:sldChg>
      <pc:sldChg chg="addSp modSp new mod">
        <pc:chgData name="veeresh desai" userId="11ceeb9ac0a88e93" providerId="LiveId" clId="{0942FFA8-D483-41FF-875F-3C0108869859}" dt="2024-10-20T05:12:06.010" v="890" actId="14100"/>
        <pc:sldMkLst>
          <pc:docMk/>
          <pc:sldMk cId="1710850833" sldId="326"/>
        </pc:sldMkLst>
        <pc:picChg chg="add mod">
          <ac:chgData name="veeresh desai" userId="11ceeb9ac0a88e93" providerId="LiveId" clId="{0942FFA8-D483-41FF-875F-3C0108869859}" dt="2024-10-20T05:12:06.010" v="890" actId="14100"/>
          <ac:picMkLst>
            <pc:docMk/>
            <pc:sldMk cId="1710850833" sldId="326"/>
            <ac:picMk id="3" creationId="{498F2825-CC8D-5B63-6F38-3D4DAC6E13CF}"/>
          </ac:picMkLst>
        </pc:picChg>
        <pc:picChg chg="add mod">
          <ac:chgData name="veeresh desai" userId="11ceeb9ac0a88e93" providerId="LiveId" clId="{0942FFA8-D483-41FF-875F-3C0108869859}" dt="2024-10-20T02:40:06.399" v="760" actId="1076"/>
          <ac:picMkLst>
            <pc:docMk/>
            <pc:sldMk cId="1710850833" sldId="326"/>
            <ac:picMk id="5" creationId="{72806886-9464-B7DC-B61F-3114E7A207B7}"/>
          </ac:picMkLst>
        </pc:picChg>
        <pc:picChg chg="add mod">
          <ac:chgData name="veeresh desai" userId="11ceeb9ac0a88e93" providerId="LiveId" clId="{0942FFA8-D483-41FF-875F-3C0108869859}" dt="2024-10-20T02:40:05.151" v="758" actId="1076"/>
          <ac:picMkLst>
            <pc:docMk/>
            <pc:sldMk cId="1710850833" sldId="326"/>
            <ac:picMk id="7" creationId="{EAD037E7-BB40-3261-C0DC-1B8EA7C6B1DB}"/>
          </ac:picMkLst>
        </pc:picChg>
      </pc:sldChg>
      <pc:sldChg chg="addSp delSp modSp new del mod">
        <pc:chgData name="veeresh desai" userId="11ceeb9ac0a88e93" providerId="LiveId" clId="{0942FFA8-D483-41FF-875F-3C0108869859}" dt="2024-10-20T02:37:56.494" v="747" actId="47"/>
        <pc:sldMkLst>
          <pc:docMk/>
          <pc:sldMk cId="3744239294" sldId="326"/>
        </pc:sldMkLst>
        <pc:spChg chg="mod">
          <ac:chgData name="veeresh desai" userId="11ceeb9ac0a88e93" providerId="LiveId" clId="{0942FFA8-D483-41FF-875F-3C0108869859}" dt="2024-10-20T02:37:53.434" v="746" actId="20577"/>
          <ac:spMkLst>
            <pc:docMk/>
            <pc:sldMk cId="3744239294" sldId="326"/>
            <ac:spMk id="2" creationId="{4462844B-EE32-09D0-7D4A-0ACE1E798F34}"/>
          </ac:spMkLst>
        </pc:spChg>
        <pc:spChg chg="del">
          <ac:chgData name="veeresh desai" userId="11ceeb9ac0a88e93" providerId="LiveId" clId="{0942FFA8-D483-41FF-875F-3C0108869859}" dt="2024-10-20T02:35:36.157" v="705" actId="478"/>
          <ac:spMkLst>
            <pc:docMk/>
            <pc:sldMk cId="3744239294" sldId="326"/>
            <ac:spMk id="3" creationId="{4E32D31B-DF30-8754-AA8F-52570B58D64E}"/>
          </ac:spMkLst>
        </pc:spChg>
        <pc:spChg chg="add del">
          <ac:chgData name="veeresh desai" userId="11ceeb9ac0a88e93" providerId="LiveId" clId="{0942FFA8-D483-41FF-875F-3C0108869859}" dt="2024-10-20T02:37:46.622" v="742" actId="931"/>
          <ac:spMkLst>
            <pc:docMk/>
            <pc:sldMk cId="3744239294" sldId="326"/>
            <ac:spMk id="4" creationId="{13BDE3C3-04D3-856A-FDA1-7407AAF2B715}"/>
          </ac:spMkLst>
        </pc:spChg>
        <pc:spChg chg="del">
          <ac:chgData name="veeresh desai" userId="11ceeb9ac0a88e93" providerId="LiveId" clId="{0942FFA8-D483-41FF-875F-3C0108869859}" dt="2024-10-20T02:35:39.857" v="706" actId="478"/>
          <ac:spMkLst>
            <pc:docMk/>
            <pc:sldMk cId="3744239294" sldId="326"/>
            <ac:spMk id="6" creationId="{F8C39501-9CF7-D876-E7D5-48AF61F95183}"/>
          </ac:spMkLst>
        </pc:spChg>
        <pc:spChg chg="add del">
          <ac:chgData name="veeresh desai" userId="11ceeb9ac0a88e93" providerId="LiveId" clId="{0942FFA8-D483-41FF-875F-3C0108869859}" dt="2024-10-20T02:37:45.636" v="739" actId="931"/>
          <ac:spMkLst>
            <pc:docMk/>
            <pc:sldMk cId="3744239294" sldId="326"/>
            <ac:spMk id="7" creationId="{511F2B84-2E9B-843E-BA55-996E3022A1F0}"/>
          </ac:spMkLst>
        </pc:spChg>
        <pc:spChg chg="del">
          <ac:chgData name="veeresh desai" userId="11ceeb9ac0a88e93" providerId="LiveId" clId="{0942FFA8-D483-41FF-875F-3C0108869859}" dt="2024-10-20T02:35:43.839" v="707" actId="478"/>
          <ac:spMkLst>
            <pc:docMk/>
            <pc:sldMk cId="3744239294" sldId="326"/>
            <ac:spMk id="9" creationId="{27BB03DB-1331-9536-EBCB-5E77C2341825}"/>
          </ac:spMkLst>
        </pc:spChg>
        <pc:spChg chg="add del">
          <ac:chgData name="veeresh desai" userId="11ceeb9ac0a88e93" providerId="LiveId" clId="{0942FFA8-D483-41FF-875F-3C0108869859}" dt="2024-10-20T02:37:45.188" v="738" actId="931"/>
          <ac:spMkLst>
            <pc:docMk/>
            <pc:sldMk cId="3744239294" sldId="326"/>
            <ac:spMk id="10" creationId="{1818CCBF-9D0D-3C3B-ADA3-034F80A98D7B}"/>
          </ac:spMkLst>
        </pc:spChg>
        <pc:picChg chg="add mod">
          <ac:chgData name="veeresh desai" userId="11ceeb9ac0a88e93" providerId="LiveId" clId="{0942FFA8-D483-41FF-875F-3C0108869859}" dt="2024-10-20T02:37:46.622" v="742" actId="931"/>
          <ac:picMkLst>
            <pc:docMk/>
            <pc:sldMk cId="3744239294" sldId="326"/>
            <ac:picMk id="13" creationId="{F0074D8A-A1ED-24E0-417B-B3949CD8B257}"/>
          </ac:picMkLst>
        </pc:picChg>
        <pc:picChg chg="add mod">
          <ac:chgData name="veeresh desai" userId="11ceeb9ac0a88e93" providerId="LiveId" clId="{0942FFA8-D483-41FF-875F-3C0108869859}" dt="2024-10-20T02:37:45.636" v="739" actId="931"/>
          <ac:picMkLst>
            <pc:docMk/>
            <pc:sldMk cId="3744239294" sldId="326"/>
            <ac:picMk id="15" creationId="{958B9C1C-2EA1-0A8C-C31D-DDE5E9DD63BC}"/>
          </ac:picMkLst>
        </pc:picChg>
        <pc:picChg chg="add mod">
          <ac:chgData name="veeresh desai" userId="11ceeb9ac0a88e93" providerId="LiveId" clId="{0942FFA8-D483-41FF-875F-3C0108869859}" dt="2024-10-20T02:37:45.188" v="738" actId="931"/>
          <ac:picMkLst>
            <pc:docMk/>
            <pc:sldMk cId="3744239294" sldId="326"/>
            <ac:picMk id="17" creationId="{E1E8E417-E602-F35F-ADD5-A7600284A3D1}"/>
          </ac:picMkLst>
        </pc:picChg>
      </pc:sldChg>
      <pc:sldChg chg="addSp modSp new ord">
        <pc:chgData name="veeresh desai" userId="11ceeb9ac0a88e93" providerId="LiveId" clId="{0942FFA8-D483-41FF-875F-3C0108869859}" dt="2024-10-20T04:56:05.516" v="852"/>
        <pc:sldMkLst>
          <pc:docMk/>
          <pc:sldMk cId="1881074398" sldId="327"/>
        </pc:sldMkLst>
        <pc:picChg chg="add mod">
          <ac:chgData name="veeresh desai" userId="11ceeb9ac0a88e93" providerId="LiveId" clId="{0942FFA8-D483-41FF-875F-3C0108869859}" dt="2024-10-20T02:41:06.270" v="772" actId="931"/>
          <ac:picMkLst>
            <pc:docMk/>
            <pc:sldMk cId="1881074398" sldId="327"/>
            <ac:picMk id="3" creationId="{7555026F-FF0E-EEC5-0216-9DECBCB9BADE}"/>
          </ac:picMkLst>
        </pc:picChg>
      </pc:sldChg>
      <pc:sldChg chg="addSp modSp new mod">
        <pc:chgData name="veeresh desai" userId="11ceeb9ac0a88e93" providerId="LiveId" clId="{0942FFA8-D483-41FF-875F-3C0108869859}" dt="2024-10-20T05:11:07.705" v="884" actId="14100"/>
        <pc:sldMkLst>
          <pc:docMk/>
          <pc:sldMk cId="1426930525" sldId="328"/>
        </pc:sldMkLst>
        <pc:picChg chg="add mod">
          <ac:chgData name="veeresh desai" userId="11ceeb9ac0a88e93" providerId="LiveId" clId="{0942FFA8-D483-41FF-875F-3C0108869859}" dt="2024-10-20T05:11:07.705" v="884" actId="14100"/>
          <ac:picMkLst>
            <pc:docMk/>
            <pc:sldMk cId="1426930525" sldId="328"/>
            <ac:picMk id="3" creationId="{72ACC937-92DB-3AFB-DDFD-FDEDB4AE0EB2}"/>
          </ac:picMkLst>
        </pc:picChg>
      </pc:sldChg>
      <pc:sldChg chg="addSp modSp new mod ord">
        <pc:chgData name="veeresh desai" userId="11ceeb9ac0a88e93" providerId="LiveId" clId="{0942FFA8-D483-41FF-875F-3C0108869859}" dt="2024-10-20T05:04:36.090" v="866" actId="14100"/>
        <pc:sldMkLst>
          <pc:docMk/>
          <pc:sldMk cId="4093095160" sldId="329"/>
        </pc:sldMkLst>
        <pc:picChg chg="add mod">
          <ac:chgData name="veeresh desai" userId="11ceeb9ac0a88e93" providerId="LiveId" clId="{0942FFA8-D483-41FF-875F-3C0108869859}" dt="2024-10-20T05:04:36.090" v="866" actId="14100"/>
          <ac:picMkLst>
            <pc:docMk/>
            <pc:sldMk cId="4093095160" sldId="329"/>
            <ac:picMk id="5" creationId="{D51E8A2B-07F6-E2F3-A1E5-B444DA25C7F0}"/>
          </ac:picMkLst>
        </pc:picChg>
      </pc:sldChg>
      <pc:sldChg chg="addSp modSp new mod ord">
        <pc:chgData name="veeresh desai" userId="11ceeb9ac0a88e93" providerId="LiveId" clId="{0942FFA8-D483-41FF-875F-3C0108869859}" dt="2024-10-20T05:04:58.505" v="870" actId="14100"/>
        <pc:sldMkLst>
          <pc:docMk/>
          <pc:sldMk cId="3590607947" sldId="330"/>
        </pc:sldMkLst>
        <pc:picChg chg="add mod">
          <ac:chgData name="veeresh desai" userId="11ceeb9ac0a88e93" providerId="LiveId" clId="{0942FFA8-D483-41FF-875F-3C0108869859}" dt="2024-10-20T05:04:58.505" v="870" actId="14100"/>
          <ac:picMkLst>
            <pc:docMk/>
            <pc:sldMk cId="3590607947" sldId="330"/>
            <ac:picMk id="5" creationId="{6D7A17C6-64B8-94BF-5DE7-1F77A863BD5F}"/>
          </ac:picMkLst>
        </pc:picChg>
      </pc:sldChg>
      <pc:sldChg chg="addSp modSp new mod">
        <pc:chgData name="veeresh desai" userId="11ceeb9ac0a88e93" providerId="LiveId" clId="{0942FFA8-D483-41FF-875F-3C0108869859}" dt="2024-10-20T05:10:59.011" v="882" actId="14100"/>
        <pc:sldMkLst>
          <pc:docMk/>
          <pc:sldMk cId="2424564580" sldId="331"/>
        </pc:sldMkLst>
        <pc:picChg chg="add mod">
          <ac:chgData name="veeresh desai" userId="11ceeb9ac0a88e93" providerId="LiveId" clId="{0942FFA8-D483-41FF-875F-3C0108869859}" dt="2024-10-20T05:10:59.011" v="882" actId="14100"/>
          <ac:picMkLst>
            <pc:docMk/>
            <pc:sldMk cId="2424564580" sldId="331"/>
            <ac:picMk id="5" creationId="{8ACD77AC-8EDC-F583-7EEC-00E985A1BF4D}"/>
          </ac:picMkLst>
        </pc:picChg>
      </pc:sldChg>
      <pc:sldChg chg="addSp modSp new mod ord">
        <pc:chgData name="veeresh desai" userId="11ceeb9ac0a88e93" providerId="LiveId" clId="{0942FFA8-D483-41FF-875F-3C0108869859}" dt="2024-10-20T05:08:47.476" v="874" actId="1035"/>
        <pc:sldMkLst>
          <pc:docMk/>
          <pc:sldMk cId="3061695219" sldId="332"/>
        </pc:sldMkLst>
        <pc:picChg chg="add mod">
          <ac:chgData name="veeresh desai" userId="11ceeb9ac0a88e93" providerId="LiveId" clId="{0942FFA8-D483-41FF-875F-3C0108869859}" dt="2024-10-20T05:08:47.476" v="874" actId="1035"/>
          <ac:picMkLst>
            <pc:docMk/>
            <pc:sldMk cId="3061695219" sldId="332"/>
            <ac:picMk id="5" creationId="{2FA5C380-0E55-5D29-9698-D9BB48332C9D}"/>
          </ac:picMkLst>
        </pc:picChg>
      </pc:sldChg>
      <pc:sldChg chg="addSp modSp new del">
        <pc:chgData name="veeresh desai" userId="11ceeb9ac0a88e93" providerId="LiveId" clId="{0942FFA8-D483-41FF-875F-3C0108869859}" dt="2024-10-20T02:43:27.340" v="787" actId="47"/>
        <pc:sldMkLst>
          <pc:docMk/>
          <pc:sldMk cId="1406241470" sldId="333"/>
        </pc:sldMkLst>
        <pc:picChg chg="add mod">
          <ac:chgData name="veeresh desai" userId="11ceeb9ac0a88e93" providerId="LiveId" clId="{0942FFA8-D483-41FF-875F-3C0108869859}" dt="2024-10-20T02:43:22.632" v="786" actId="931"/>
          <ac:picMkLst>
            <pc:docMk/>
            <pc:sldMk cId="1406241470" sldId="333"/>
            <ac:picMk id="5" creationId="{2C9FA669-9AC5-10DB-012B-03FD7540CFD3}"/>
          </ac:picMkLst>
        </pc:picChg>
      </pc:sldChg>
      <pc:sldChg chg="addSp modSp new mod ord">
        <pc:chgData name="veeresh desai" userId="11ceeb9ac0a88e93" providerId="LiveId" clId="{0942FFA8-D483-41FF-875F-3C0108869859}" dt="2024-10-20T05:10:45.136" v="880" actId="14100"/>
        <pc:sldMkLst>
          <pc:docMk/>
          <pc:sldMk cId="3761245502" sldId="334"/>
        </pc:sldMkLst>
        <pc:picChg chg="add mod">
          <ac:chgData name="veeresh desai" userId="11ceeb9ac0a88e93" providerId="LiveId" clId="{0942FFA8-D483-41FF-875F-3C0108869859}" dt="2024-10-20T05:10:45.136" v="880" actId="14100"/>
          <ac:picMkLst>
            <pc:docMk/>
            <pc:sldMk cId="3761245502" sldId="334"/>
            <ac:picMk id="5" creationId="{67762AF7-7E80-4EC3-6444-324CFEA5328A}"/>
          </ac:picMkLst>
        </pc:picChg>
      </pc:sldChg>
      <pc:sldChg chg="addSp modSp new mod">
        <pc:chgData name="veeresh desai" userId="11ceeb9ac0a88e93" providerId="LiveId" clId="{0942FFA8-D483-41FF-875F-3C0108869859}" dt="2024-10-20T05:11:34.374" v="886" actId="14100"/>
        <pc:sldMkLst>
          <pc:docMk/>
          <pc:sldMk cId="557739697" sldId="335"/>
        </pc:sldMkLst>
        <pc:picChg chg="add mod">
          <ac:chgData name="veeresh desai" userId="11ceeb9ac0a88e93" providerId="LiveId" clId="{0942FFA8-D483-41FF-875F-3C0108869859}" dt="2024-10-20T05:11:34.374" v="886" actId="14100"/>
          <ac:picMkLst>
            <pc:docMk/>
            <pc:sldMk cId="557739697" sldId="335"/>
            <ac:picMk id="3" creationId="{3002ABD4-6BAC-B224-17FE-1DA0AF3D77F2}"/>
          </ac:picMkLst>
        </pc:picChg>
      </pc:sldChg>
      <pc:sldChg chg="addSp modSp new del">
        <pc:chgData name="veeresh desai" userId="11ceeb9ac0a88e93" providerId="LiveId" clId="{0942FFA8-D483-41FF-875F-3C0108869859}" dt="2024-10-20T02:46:28.465" v="798" actId="47"/>
        <pc:sldMkLst>
          <pc:docMk/>
          <pc:sldMk cId="3368554259" sldId="336"/>
        </pc:sldMkLst>
        <pc:picChg chg="add mod">
          <ac:chgData name="veeresh desai" userId="11ceeb9ac0a88e93" providerId="LiveId" clId="{0942FFA8-D483-41FF-875F-3C0108869859}" dt="2024-10-20T02:46:24.883" v="797" actId="931"/>
          <ac:picMkLst>
            <pc:docMk/>
            <pc:sldMk cId="3368554259" sldId="336"/>
            <ac:picMk id="3" creationId="{4971B5FB-4449-4AB9-BA38-463A24E0EDCA}"/>
          </ac:picMkLst>
        </pc:picChg>
      </pc:sldChg>
      <pc:sldChg chg="addSp modSp new del">
        <pc:chgData name="veeresh desai" userId="11ceeb9ac0a88e93" providerId="LiveId" clId="{0942FFA8-D483-41FF-875F-3C0108869859}" dt="2024-10-20T02:46:55.430" v="800" actId="47"/>
        <pc:sldMkLst>
          <pc:docMk/>
          <pc:sldMk cId="86864469" sldId="337"/>
        </pc:sldMkLst>
        <pc:picChg chg="add mod">
          <ac:chgData name="veeresh desai" userId="11ceeb9ac0a88e93" providerId="LiveId" clId="{0942FFA8-D483-41FF-875F-3C0108869859}" dt="2024-10-20T02:46:52.837" v="799" actId="931"/>
          <ac:picMkLst>
            <pc:docMk/>
            <pc:sldMk cId="86864469" sldId="337"/>
            <ac:picMk id="3" creationId="{93880E4D-22BE-83FD-1DB5-6CBC86ED8BF4}"/>
          </ac:picMkLst>
        </pc:picChg>
      </pc:sldChg>
      <pc:sldChg chg="addSp modSp new del">
        <pc:chgData name="veeresh desai" userId="11ceeb9ac0a88e93" providerId="LiveId" clId="{0942FFA8-D483-41FF-875F-3C0108869859}" dt="2024-10-20T02:47:21.583" v="802" actId="47"/>
        <pc:sldMkLst>
          <pc:docMk/>
          <pc:sldMk cId="1492415494" sldId="338"/>
        </pc:sldMkLst>
        <pc:picChg chg="add mod">
          <ac:chgData name="veeresh desai" userId="11ceeb9ac0a88e93" providerId="LiveId" clId="{0942FFA8-D483-41FF-875F-3C0108869859}" dt="2024-10-20T02:47:06.777" v="801" actId="931"/>
          <ac:picMkLst>
            <pc:docMk/>
            <pc:sldMk cId="1492415494" sldId="338"/>
            <ac:picMk id="3" creationId="{017B5B50-E15B-FC9E-7AA6-51D27BC5D75B}"/>
          </ac:picMkLst>
        </pc:picChg>
      </pc:sldChg>
      <pc:sldChg chg="addSp delSp modSp new mod">
        <pc:chgData name="veeresh desai" userId="11ceeb9ac0a88e93" providerId="LiveId" clId="{0942FFA8-D483-41FF-875F-3C0108869859}" dt="2024-10-20T05:11:44.921" v="888" actId="14100"/>
        <pc:sldMkLst>
          <pc:docMk/>
          <pc:sldMk cId="2130167023" sldId="339"/>
        </pc:sldMkLst>
        <pc:picChg chg="add del mod">
          <ac:chgData name="veeresh desai" userId="11ceeb9ac0a88e93" providerId="LiveId" clId="{0942FFA8-D483-41FF-875F-3C0108869859}" dt="2024-10-20T02:47:46.683" v="804" actId="478"/>
          <ac:picMkLst>
            <pc:docMk/>
            <pc:sldMk cId="2130167023" sldId="339"/>
            <ac:picMk id="3" creationId="{0EFEDF99-CB14-0189-DD19-628304739B56}"/>
          </ac:picMkLst>
        </pc:picChg>
        <pc:picChg chg="add mod">
          <ac:chgData name="veeresh desai" userId="11ceeb9ac0a88e93" providerId="LiveId" clId="{0942FFA8-D483-41FF-875F-3C0108869859}" dt="2024-10-20T05:11:44.921" v="888" actId="14100"/>
          <ac:picMkLst>
            <pc:docMk/>
            <pc:sldMk cId="2130167023" sldId="339"/>
            <ac:picMk id="5" creationId="{1497D8D5-51D3-18B8-8790-17E76F4127FA}"/>
          </ac:picMkLst>
        </pc:picChg>
      </pc:sldChg>
      <pc:sldChg chg="addSp modSp new mod ord">
        <pc:chgData name="veeresh desai" userId="11ceeb9ac0a88e93" providerId="LiveId" clId="{0942FFA8-D483-41FF-875F-3C0108869859}" dt="2024-10-20T05:04:48.786" v="868" actId="14100"/>
        <pc:sldMkLst>
          <pc:docMk/>
          <pc:sldMk cId="1977153559" sldId="340"/>
        </pc:sldMkLst>
        <pc:picChg chg="add mod">
          <ac:chgData name="veeresh desai" userId="11ceeb9ac0a88e93" providerId="LiveId" clId="{0942FFA8-D483-41FF-875F-3C0108869859}" dt="2024-10-20T05:04:48.786" v="868" actId="14100"/>
          <ac:picMkLst>
            <pc:docMk/>
            <pc:sldMk cId="1977153559" sldId="340"/>
            <ac:picMk id="3" creationId="{FC2967C5-1402-65CF-6BF2-3DB1DD487C80}"/>
          </ac:picMkLst>
        </pc:picChg>
      </pc:sldChg>
      <pc:sldChg chg="addSp modSp new del">
        <pc:chgData name="veeresh desai" userId="11ceeb9ac0a88e93" providerId="LiveId" clId="{0942FFA8-D483-41FF-875F-3C0108869859}" dt="2024-10-20T02:48:44.436" v="811" actId="47"/>
        <pc:sldMkLst>
          <pc:docMk/>
          <pc:sldMk cId="26598488" sldId="341"/>
        </pc:sldMkLst>
        <pc:picChg chg="add mod">
          <ac:chgData name="veeresh desai" userId="11ceeb9ac0a88e93" providerId="LiveId" clId="{0942FFA8-D483-41FF-875F-3C0108869859}" dt="2024-10-20T02:48:41.618" v="810" actId="931"/>
          <ac:picMkLst>
            <pc:docMk/>
            <pc:sldMk cId="26598488" sldId="341"/>
            <ac:picMk id="3" creationId="{F54020F1-241A-F247-4B8C-CA037D67A8C4}"/>
          </ac:picMkLst>
        </pc:picChg>
      </pc:sldChg>
      <pc:sldChg chg="new del">
        <pc:chgData name="veeresh desai" userId="11ceeb9ac0a88e93" providerId="LiveId" clId="{0942FFA8-D483-41FF-875F-3C0108869859}" dt="2024-10-20T02:55:43.426" v="850" actId="47"/>
        <pc:sldMkLst>
          <pc:docMk/>
          <pc:sldMk cId="4162192573" sldId="341"/>
        </pc:sldMkLst>
      </pc:sldChg>
      <pc:sldChg chg="addSp delSp modSp new mod">
        <pc:chgData name="veeresh desai" userId="11ceeb9ac0a88e93" providerId="LiveId" clId="{0942FFA8-D483-41FF-875F-3C0108869859}" dt="2024-10-20T02:55:24.554" v="849" actId="1076"/>
        <pc:sldMkLst>
          <pc:docMk/>
          <pc:sldMk cId="560750847" sldId="342"/>
        </pc:sldMkLst>
        <pc:spChg chg="mod">
          <ac:chgData name="veeresh desai" userId="11ceeb9ac0a88e93" providerId="LiveId" clId="{0942FFA8-D483-41FF-875F-3C0108869859}" dt="2024-10-20T02:52:59.856" v="840" actId="207"/>
          <ac:spMkLst>
            <pc:docMk/>
            <pc:sldMk cId="560750847" sldId="342"/>
            <ac:spMk id="2" creationId="{12B5EB6B-388F-E310-9732-F602C976C9C5}"/>
          </ac:spMkLst>
        </pc:spChg>
        <pc:spChg chg="add del">
          <ac:chgData name="veeresh desai" userId="11ceeb9ac0a88e93" providerId="LiveId" clId="{0942FFA8-D483-41FF-875F-3C0108869859}" dt="2024-10-20T02:52:32.539" v="828"/>
          <ac:spMkLst>
            <pc:docMk/>
            <pc:sldMk cId="560750847" sldId="342"/>
            <ac:spMk id="3" creationId="{86A063BE-A63B-69E1-B52A-F4D067F0FA5C}"/>
          </ac:spMkLst>
        </pc:spChg>
        <pc:spChg chg="mod">
          <ac:chgData name="veeresh desai" userId="11ceeb9ac0a88e93" providerId="LiveId" clId="{0942FFA8-D483-41FF-875F-3C0108869859}" dt="2024-10-20T02:55:24.554" v="849" actId="1076"/>
          <ac:spMkLst>
            <pc:docMk/>
            <pc:sldMk cId="560750847" sldId="342"/>
            <ac:spMk id="4" creationId="{C973CF18-15C5-1535-AE97-04FE59615CB1}"/>
          </ac:spMkLst>
        </pc:spChg>
        <pc:picChg chg="add mod">
          <ac:chgData name="veeresh desai" userId="11ceeb9ac0a88e93" providerId="LiveId" clId="{0942FFA8-D483-41FF-875F-3C0108869859}" dt="2024-10-20T02:51:44.628" v="827" actId="931"/>
          <ac:picMkLst>
            <pc:docMk/>
            <pc:sldMk cId="560750847" sldId="342"/>
            <ac:picMk id="6" creationId="{D66FDAA2-D0EB-FC41-9060-616D52227B37}"/>
          </ac:picMkLst>
        </pc:picChg>
        <pc:picChg chg="add mod">
          <ac:chgData name="veeresh desai" userId="11ceeb9ac0a88e93" providerId="LiveId" clId="{0942FFA8-D483-41FF-875F-3C0108869859}" dt="2024-10-20T02:52:32.539" v="828"/>
          <ac:picMkLst>
            <pc:docMk/>
            <pc:sldMk cId="560750847" sldId="342"/>
            <ac:picMk id="7" creationId="{1274C829-5C01-51C1-792C-10B79B1CC8FE}"/>
          </ac:picMkLst>
        </pc:picChg>
      </pc:sldChg>
      <pc:sldChg chg="new del">
        <pc:chgData name="veeresh desai" userId="11ceeb9ac0a88e93" providerId="LiveId" clId="{0942FFA8-D483-41FF-875F-3C0108869859}" dt="2024-10-20T02:48:46.016" v="812" actId="47"/>
        <pc:sldMkLst>
          <pc:docMk/>
          <pc:sldMk cId="4225799661" sldId="342"/>
        </pc:sldMkLst>
      </pc:sldChg>
      <pc:sldChg chg="new del">
        <pc:chgData name="veeresh desai" userId="11ceeb9ac0a88e93" providerId="LiveId" clId="{0942FFA8-D483-41FF-875F-3C0108869859}" dt="2024-10-20T05:24:50.969" v="1071" actId="47"/>
        <pc:sldMkLst>
          <pc:docMk/>
          <pc:sldMk cId="835822889" sldId="343"/>
        </pc:sldMkLst>
      </pc:sldChg>
      <pc:sldChg chg="addSp modSp new mod">
        <pc:chgData name="veeresh desai" userId="11ceeb9ac0a88e93" providerId="LiveId" clId="{0942FFA8-D483-41FF-875F-3C0108869859}" dt="2024-10-20T05:27:42.219" v="1093" actId="14100"/>
        <pc:sldMkLst>
          <pc:docMk/>
          <pc:sldMk cId="3080380795" sldId="343"/>
        </pc:sldMkLst>
        <pc:picChg chg="add mod">
          <ac:chgData name="veeresh desai" userId="11ceeb9ac0a88e93" providerId="LiveId" clId="{0942FFA8-D483-41FF-875F-3C0108869859}" dt="2024-10-20T05:27:39.649" v="1092" actId="14100"/>
          <ac:picMkLst>
            <pc:docMk/>
            <pc:sldMk cId="3080380795" sldId="343"/>
            <ac:picMk id="3" creationId="{86CA0570-3780-060C-590F-6003021FA21D}"/>
          </ac:picMkLst>
        </pc:picChg>
        <pc:picChg chg="add mod">
          <ac:chgData name="veeresh desai" userId="11ceeb9ac0a88e93" providerId="LiveId" clId="{0942FFA8-D483-41FF-875F-3C0108869859}" dt="2024-10-20T05:27:42.219" v="1093" actId="14100"/>
          <ac:picMkLst>
            <pc:docMk/>
            <pc:sldMk cId="3080380795" sldId="343"/>
            <ac:picMk id="5" creationId="{F64048BF-33F6-756B-5859-D464377A4A54}"/>
          </ac:picMkLst>
        </pc:picChg>
      </pc:sldChg>
      <pc:sldChg chg="new del">
        <pc:chgData name="veeresh desai" userId="11ceeb9ac0a88e93" providerId="LiveId" clId="{0942FFA8-D483-41FF-875F-3C0108869859}" dt="2024-10-20T02:48:47.688" v="813" actId="47"/>
        <pc:sldMkLst>
          <pc:docMk/>
          <pc:sldMk cId="3888968975" sldId="343"/>
        </pc:sldMkLst>
      </pc:sldChg>
      <pc:sldChg chg="addSp modSp new mod">
        <pc:chgData name="veeresh desai" userId="11ceeb9ac0a88e93" providerId="LiveId" clId="{0942FFA8-D483-41FF-875F-3C0108869859}" dt="2024-10-20T05:28:01.803" v="1098" actId="14100"/>
        <pc:sldMkLst>
          <pc:docMk/>
          <pc:sldMk cId="959578944" sldId="344"/>
        </pc:sldMkLst>
        <pc:picChg chg="add mod">
          <ac:chgData name="veeresh desai" userId="11ceeb9ac0a88e93" providerId="LiveId" clId="{0942FFA8-D483-41FF-875F-3C0108869859}" dt="2024-10-20T05:28:01.803" v="1098" actId="14100"/>
          <ac:picMkLst>
            <pc:docMk/>
            <pc:sldMk cId="959578944" sldId="344"/>
            <ac:picMk id="3" creationId="{5F0ABED5-2A5E-C763-F80D-2FEEAA196D1E}"/>
          </ac:picMkLst>
        </pc:picChg>
        <pc:picChg chg="add mod">
          <ac:chgData name="veeresh desai" userId="11ceeb9ac0a88e93" providerId="LiveId" clId="{0942FFA8-D483-41FF-875F-3C0108869859}" dt="2024-10-20T05:27:57.553" v="1097" actId="14100"/>
          <ac:picMkLst>
            <pc:docMk/>
            <pc:sldMk cId="959578944" sldId="344"/>
            <ac:picMk id="5" creationId="{841C6C92-C95A-14DA-C67D-E1D3AF51F54A}"/>
          </ac:picMkLst>
        </pc:picChg>
      </pc:sldChg>
      <pc:sldChg chg="new del">
        <pc:chgData name="veeresh desai" userId="11ceeb9ac0a88e93" providerId="LiveId" clId="{0942FFA8-D483-41FF-875F-3C0108869859}" dt="2024-10-20T05:24:47.424" v="1069" actId="47"/>
        <pc:sldMkLst>
          <pc:docMk/>
          <pc:sldMk cId="1828143381" sldId="344"/>
        </pc:sldMkLst>
      </pc:sldChg>
      <pc:sldChg chg="new del">
        <pc:chgData name="veeresh desai" userId="11ceeb9ac0a88e93" providerId="LiveId" clId="{0942FFA8-D483-41FF-875F-3C0108869859}" dt="2024-10-20T05:24:48.345" v="1070" actId="47"/>
        <pc:sldMkLst>
          <pc:docMk/>
          <pc:sldMk cId="2382532854" sldId="34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0828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551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6120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605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10/20/2024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299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10/20/2024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729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10/20/2024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148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69114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10/20/2024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30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7392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7243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82853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10/20/2024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9725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10/20/2024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2141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10/20/2024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939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10/20/2024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37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10/20/2024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3620715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7.jpeg"/><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30E90D-1285-177C-8248-6E331F8A8B72}"/>
              </a:ext>
            </a:extLst>
          </p:cNvPr>
          <p:cNvPicPr>
            <a:picLocks noChangeAspect="1"/>
          </p:cNvPicPr>
          <p:nvPr/>
        </p:nvPicPr>
        <p:blipFill>
          <a:blip r:embed="rId4"/>
          <a:stretch>
            <a:fillRect/>
          </a:stretch>
        </p:blipFill>
        <p:spPr>
          <a:xfrm>
            <a:off x="3048000" y="-10"/>
            <a:ext cx="9144000" cy="6858000"/>
          </a:xfrm>
          <a:prstGeom prst="rect">
            <a:avLst/>
          </a:prstGeom>
        </p:spPr>
      </p:pic>
      <p:pic>
        <p:nvPicPr>
          <p:cNvPr id="6" name="Picture 5">
            <a:extLst>
              <a:ext uri="{FF2B5EF4-FFF2-40B4-BE49-F238E27FC236}">
                <a16:creationId xmlns:a16="http://schemas.microsoft.com/office/drawing/2014/main" id="{CA05AC74-6838-4CD9-B157-B3BB3E2F5415}"/>
              </a:ext>
              <a:ext uri="{C183D7F6-B498-43B3-948B-1728B52AA6E4}">
                <adec:decorative xmlns:adec="http://schemas.microsoft.com/office/drawing/2017/decorative" val="1"/>
              </a:ext>
            </a:extLst>
          </p:cNvPr>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9143980" y="10"/>
            <a:ext cx="12191980" cy="6857990"/>
          </a:xfrm>
          <a:prstGeom prst="rect">
            <a:avLst/>
          </a:prstGeom>
        </p:spPr>
      </p:pic>
      <p:sp useBgFill="1">
        <p:nvSpPr>
          <p:cNvPr id="83"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199829" y="1101852"/>
            <a:ext cx="4254640" cy="4654297"/>
          </a:xfrm>
          <a:prstGeom prst="round2SameRect">
            <a:avLst>
              <a:gd name="adj1" fmla="val 5146"/>
              <a:gd name="adj2" fmla="val 400"/>
            </a:avLst>
          </a:prstGeom>
          <a:ln>
            <a:noFill/>
          </a:ln>
          <a:effectLst>
            <a:outerShdw blurRad="50800" dist="38100" dir="5400000" algn="tl" rotWithShape="0">
              <a:srgbClr val="000000">
                <a:alpha val="43000"/>
              </a:srgbClr>
            </a:outerShdw>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804336" y="1623412"/>
            <a:ext cx="3503122" cy="2287229"/>
          </a:xfrm>
        </p:spPr>
        <p:txBody>
          <a:bodyPr>
            <a:normAutofit fontScale="90000"/>
          </a:bodyPr>
          <a:lstStyle/>
          <a:p>
            <a:pPr algn="l"/>
            <a:r>
              <a:rPr lang="en-US" sz="4400" dirty="0"/>
              <a:t>Community Development</a:t>
            </a:r>
            <a:br>
              <a:rPr lang="en-US" sz="4400" dirty="0"/>
            </a:br>
            <a:r>
              <a:rPr lang="en-US" sz="4400" dirty="0"/>
              <a:t>Project</a:t>
            </a:r>
            <a:br>
              <a:rPr lang="en-US" sz="4400" dirty="0"/>
            </a:br>
            <a:r>
              <a:rPr lang="en-US" sz="4400" dirty="0"/>
              <a:t>(GEN231)</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804335" y="4009771"/>
            <a:ext cx="3503122" cy="1244361"/>
          </a:xfrm>
        </p:spPr>
        <p:txBody>
          <a:bodyPr>
            <a:normAutofit/>
          </a:bodyPr>
          <a:lstStyle/>
          <a:p>
            <a:pPr algn="l"/>
            <a:r>
              <a:rPr lang="en-US" sz="1800" dirty="0">
                <a:solidFill>
                  <a:srgbClr val="FC05CB"/>
                </a:solidFill>
              </a:rPr>
              <a:t>Child Rights and Education</a:t>
            </a:r>
          </a:p>
          <a:p>
            <a:pPr algn="l"/>
            <a:r>
              <a:rPr lang="en-US" sz="1800" dirty="0">
                <a:solidFill>
                  <a:srgbClr val="FC05CB"/>
                </a:solidFill>
              </a:rPr>
              <a:t>                                   </a:t>
            </a:r>
            <a:r>
              <a:rPr lang="en-US" sz="1800" dirty="0">
                <a:solidFill>
                  <a:srgbClr val="FFFF00"/>
                </a:solidFill>
              </a:rPr>
              <a:t>Veeresh A</a:t>
            </a:r>
            <a:r>
              <a:rPr lang="en-US" sz="1800" dirty="0">
                <a:solidFill>
                  <a:srgbClr val="FC05CB"/>
                </a:solidFill>
              </a:rPr>
              <a:t>    </a:t>
            </a:r>
          </a:p>
          <a:p>
            <a:pPr algn="l"/>
            <a:r>
              <a:rPr lang="en-US" sz="1800" dirty="0">
                <a:solidFill>
                  <a:srgbClr val="FC05CB"/>
                </a:solidFill>
              </a:rPr>
              <a:t>                                   </a:t>
            </a:r>
            <a:r>
              <a:rPr lang="en-US" sz="1800" dirty="0">
                <a:solidFill>
                  <a:srgbClr val="FFFF00"/>
                </a:solidFill>
              </a:rPr>
              <a:t>12319252</a:t>
            </a:r>
          </a:p>
        </p:txBody>
      </p:sp>
    </p:spTree>
    <p:extLst>
      <p:ext uri="{BB962C8B-B14F-4D97-AF65-F5344CB8AC3E}">
        <p14:creationId xmlns:p14="http://schemas.microsoft.com/office/powerpoint/2010/main" val="1946576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0D39-0E3F-8434-8DBF-0D9D8D5F39A2}"/>
              </a:ext>
            </a:extLst>
          </p:cNvPr>
          <p:cNvSpPr>
            <a:spLocks noGrp="1"/>
          </p:cNvSpPr>
          <p:nvPr>
            <p:ph type="title"/>
          </p:nvPr>
        </p:nvSpPr>
        <p:spPr>
          <a:xfrm>
            <a:off x="913795" y="608436"/>
            <a:ext cx="10353762" cy="5519989"/>
          </a:xfrm>
        </p:spPr>
        <p:txBody>
          <a:bodyPr>
            <a:normAutofit fontScale="90000"/>
          </a:bodyPr>
          <a:lstStyle/>
          <a:p>
            <a:br>
              <a:rPr lang="en-US" b="1" i="0" dirty="0">
                <a:solidFill>
                  <a:srgbClr val="FFC000"/>
                </a:solidFill>
                <a:effectLst/>
                <a:latin typeface="Ginto"/>
              </a:rPr>
            </a:br>
            <a:r>
              <a:rPr lang="en-US" b="1" i="0" dirty="0">
                <a:solidFill>
                  <a:srgbClr val="FFC000"/>
                </a:solidFill>
                <a:effectLst/>
                <a:latin typeface="Ginto"/>
              </a:rPr>
              <a:t>Project:</a:t>
            </a:r>
            <a:r>
              <a:rPr lang="en-US" b="0" i="0" dirty="0">
                <a:solidFill>
                  <a:srgbClr val="FFC000"/>
                </a:solidFill>
                <a:effectLst/>
                <a:latin typeface="Ginto"/>
              </a:rPr>
              <a:t> Child Rights and Education</a:t>
            </a:r>
            <a:br>
              <a:rPr lang="en-US" b="0" i="0" dirty="0">
                <a:solidFill>
                  <a:srgbClr val="92D050"/>
                </a:solidFill>
                <a:effectLst/>
                <a:latin typeface="Ginto"/>
              </a:rPr>
            </a:br>
            <a:r>
              <a:rPr lang="en-US" b="1" i="0" dirty="0">
                <a:solidFill>
                  <a:schemeClr val="tx1"/>
                </a:solidFill>
                <a:effectLst/>
                <a:latin typeface="Ginto"/>
              </a:rPr>
              <a:t>Objective:</a:t>
            </a:r>
            <a:r>
              <a:rPr lang="en-US" b="0" i="0" dirty="0">
                <a:solidFill>
                  <a:schemeClr val="tx1"/>
                </a:solidFill>
                <a:effectLst/>
                <a:latin typeface="Ginto"/>
              </a:rPr>
              <a:t> Promote awareness about child rights and enhance education for underprivileged </a:t>
            </a:r>
            <a:br>
              <a:rPr lang="en-US" b="0" i="0" dirty="0">
                <a:solidFill>
                  <a:schemeClr val="tx1"/>
                </a:solidFill>
                <a:effectLst/>
                <a:latin typeface="Ginto"/>
              </a:rPr>
            </a:br>
            <a:r>
              <a:rPr lang="en-US" b="0" i="0" dirty="0">
                <a:solidFill>
                  <a:schemeClr val="tx1"/>
                </a:solidFill>
                <a:effectLst/>
                <a:latin typeface="Ginto"/>
              </a:rPr>
              <a:t>children</a:t>
            </a:r>
            <a:br>
              <a:rPr lang="en-US" b="0" i="0" dirty="0">
                <a:solidFill>
                  <a:srgbClr val="C00000"/>
                </a:solidFill>
                <a:effectLst/>
                <a:latin typeface="Ginto"/>
              </a:rPr>
            </a:br>
            <a:r>
              <a:rPr lang="en-US" b="1" i="0" dirty="0">
                <a:solidFill>
                  <a:srgbClr val="92D050"/>
                </a:solidFill>
                <a:effectLst/>
                <a:latin typeface="Ginto"/>
              </a:rPr>
              <a:t>Location:</a:t>
            </a:r>
            <a:r>
              <a:rPr lang="en-US" b="0" i="0" dirty="0">
                <a:solidFill>
                  <a:srgbClr val="92D050"/>
                </a:solidFill>
                <a:effectLst/>
                <a:latin typeface="Ginto"/>
              </a:rPr>
              <a:t> Raichur region</a:t>
            </a:r>
            <a:br>
              <a:rPr lang="en-US" b="0" i="0" dirty="0">
                <a:solidFill>
                  <a:srgbClr val="92D050"/>
                </a:solidFill>
                <a:effectLst/>
                <a:latin typeface="Ginto"/>
              </a:rPr>
            </a:br>
            <a:r>
              <a:rPr lang="en-US" b="1" i="0" dirty="0">
                <a:solidFill>
                  <a:srgbClr val="92D050"/>
                </a:solidFill>
                <a:effectLst/>
                <a:latin typeface="Ginto"/>
              </a:rPr>
              <a:t>Focus:</a:t>
            </a:r>
            <a:r>
              <a:rPr lang="en-US" b="0" i="0" dirty="0">
                <a:solidFill>
                  <a:srgbClr val="92D050"/>
                </a:solidFill>
                <a:effectLst/>
                <a:latin typeface="Ginto"/>
              </a:rPr>
              <a:t> Structured educational support and rights </a:t>
            </a:r>
            <a:br>
              <a:rPr lang="en-US" b="0" i="0" dirty="0">
                <a:solidFill>
                  <a:srgbClr val="92D050"/>
                </a:solidFill>
                <a:effectLst/>
                <a:latin typeface="Ginto"/>
              </a:rPr>
            </a:br>
            <a:r>
              <a:rPr lang="en-US" b="0" i="0" dirty="0">
                <a:solidFill>
                  <a:srgbClr val="92D050"/>
                </a:solidFill>
                <a:effectLst/>
                <a:latin typeface="Ginto"/>
              </a:rPr>
              <a:t>awareness</a:t>
            </a:r>
            <a:br>
              <a:rPr lang="en-US" b="0" i="0" dirty="0">
                <a:solidFill>
                  <a:srgbClr val="92D050"/>
                </a:solidFill>
                <a:effectLst/>
                <a:latin typeface="Ginto"/>
              </a:rPr>
            </a:br>
            <a:br>
              <a:rPr lang="en-US" b="0" i="0" dirty="0">
                <a:solidFill>
                  <a:srgbClr val="92D050"/>
                </a:solidFill>
                <a:effectLst/>
                <a:latin typeface="Ginto"/>
              </a:rPr>
            </a:br>
            <a:r>
              <a:rPr lang="en-US" b="0" i="0" dirty="0">
                <a:solidFill>
                  <a:srgbClr val="92D050"/>
                </a:solidFill>
                <a:effectLst/>
                <a:latin typeface="Ginto"/>
              </a:rPr>
              <a:t>                                                          </a:t>
            </a:r>
            <a:r>
              <a:rPr lang="en-US" b="0" i="0" dirty="0">
                <a:solidFill>
                  <a:srgbClr val="FF0000"/>
                </a:solidFill>
                <a:effectLst/>
                <a:latin typeface="Ginto"/>
              </a:rPr>
              <a:t>Under:-P. Venugopal</a:t>
            </a:r>
            <a:br>
              <a:rPr lang="en-US" b="0" i="0" dirty="0">
                <a:solidFill>
                  <a:srgbClr val="FF0000"/>
                </a:solidFill>
                <a:effectLst/>
                <a:latin typeface="Ginto"/>
              </a:rPr>
            </a:br>
            <a:r>
              <a:rPr lang="en-US" b="0" i="0" dirty="0">
                <a:solidFill>
                  <a:srgbClr val="FF0000"/>
                </a:solidFill>
                <a:effectLst/>
                <a:latin typeface="Ginto"/>
              </a:rPr>
              <a:t>                                                                        9535532932</a:t>
            </a:r>
            <a:endParaRPr lang="en-IN" dirty="0">
              <a:solidFill>
                <a:srgbClr val="FF0000"/>
              </a:solidFill>
            </a:endParaRPr>
          </a:p>
        </p:txBody>
      </p:sp>
    </p:spTree>
    <p:extLst>
      <p:ext uri="{BB962C8B-B14F-4D97-AF65-F5344CB8AC3E}">
        <p14:creationId xmlns:p14="http://schemas.microsoft.com/office/powerpoint/2010/main" val="3294026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BE2220-7871-4592-3C6A-5EA57CDBDAF3}"/>
              </a:ext>
            </a:extLst>
          </p:cNvPr>
          <p:cNvPicPr>
            <a:picLocks noChangeAspect="1"/>
          </p:cNvPicPr>
          <p:nvPr/>
        </p:nvPicPr>
        <p:blipFill>
          <a:blip r:embed="rId2"/>
          <a:stretch>
            <a:fillRect/>
          </a:stretch>
        </p:blipFill>
        <p:spPr>
          <a:xfrm>
            <a:off x="3663461" y="0"/>
            <a:ext cx="4865077" cy="6858000"/>
          </a:xfrm>
          <a:prstGeom prst="rect">
            <a:avLst/>
          </a:prstGeom>
        </p:spPr>
      </p:pic>
    </p:spTree>
    <p:extLst>
      <p:ext uri="{BB962C8B-B14F-4D97-AF65-F5344CB8AC3E}">
        <p14:creationId xmlns:p14="http://schemas.microsoft.com/office/powerpoint/2010/main" val="1902751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AC9B36-512E-4228-03C6-869AFA2F37E7}"/>
              </a:ext>
            </a:extLst>
          </p:cNvPr>
          <p:cNvPicPr>
            <a:picLocks noChangeAspect="1"/>
          </p:cNvPicPr>
          <p:nvPr/>
        </p:nvPicPr>
        <p:blipFill>
          <a:blip r:embed="rId2"/>
          <a:stretch>
            <a:fillRect/>
          </a:stretch>
        </p:blipFill>
        <p:spPr>
          <a:xfrm>
            <a:off x="3636818" y="0"/>
            <a:ext cx="4918364" cy="6858000"/>
          </a:xfrm>
          <a:prstGeom prst="rect">
            <a:avLst/>
          </a:prstGeom>
        </p:spPr>
      </p:pic>
    </p:spTree>
    <p:extLst>
      <p:ext uri="{BB962C8B-B14F-4D97-AF65-F5344CB8AC3E}">
        <p14:creationId xmlns:p14="http://schemas.microsoft.com/office/powerpoint/2010/main" val="717279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304800" y="145915"/>
            <a:ext cx="11887200" cy="7412476"/>
          </a:xfrm>
        </p:spPr>
        <p:txBody>
          <a:bodyPr>
            <a:normAutofit/>
          </a:bodyPr>
          <a:lstStyle/>
          <a:p>
            <a:pPr algn="l"/>
            <a:r>
              <a:rPr lang="en-US" b="1" i="0" dirty="0">
                <a:solidFill>
                  <a:schemeClr val="tx1"/>
                </a:solidFill>
                <a:effectLst/>
                <a:latin typeface="Ginto"/>
              </a:rPr>
              <a:t>                          </a:t>
            </a:r>
            <a:r>
              <a:rPr lang="en-US" sz="4800" b="1" i="0" dirty="0">
                <a:solidFill>
                  <a:srgbClr val="92D050"/>
                </a:solidFill>
                <a:effectLst/>
                <a:latin typeface="Ginto"/>
              </a:rPr>
              <a:t>Problem Identification</a:t>
            </a:r>
            <a:br>
              <a:rPr lang="en-US" b="1" i="0" dirty="0">
                <a:solidFill>
                  <a:schemeClr val="tx1"/>
                </a:solidFill>
                <a:effectLst/>
                <a:latin typeface="Ginto"/>
              </a:rPr>
            </a:br>
            <a:r>
              <a:rPr lang="en-US" b="1" i="0" dirty="0">
                <a:solidFill>
                  <a:schemeClr val="tx1"/>
                </a:solidFill>
                <a:effectLst/>
                <a:latin typeface="Ginto"/>
              </a:rPr>
              <a:t>Issues:</a:t>
            </a:r>
            <a:br>
              <a:rPr lang="en-US" b="0" i="0" dirty="0">
                <a:solidFill>
                  <a:schemeClr val="tx1"/>
                </a:solidFill>
                <a:effectLst/>
                <a:latin typeface="Ginto"/>
              </a:rPr>
            </a:br>
            <a:r>
              <a:rPr lang="en-US" b="0" i="0" dirty="0">
                <a:solidFill>
                  <a:srgbClr val="FFC000"/>
                </a:solidFill>
                <a:effectLst/>
                <a:latin typeface="Ginto"/>
              </a:rPr>
              <a:t>1.Gap in access to quality education.</a:t>
            </a:r>
            <a:br>
              <a:rPr lang="en-US" b="0" i="0" dirty="0">
                <a:solidFill>
                  <a:srgbClr val="FFC000"/>
                </a:solidFill>
                <a:effectLst/>
                <a:latin typeface="Ginto"/>
              </a:rPr>
            </a:br>
            <a:r>
              <a:rPr lang="en-US" b="0" i="0" dirty="0">
                <a:solidFill>
                  <a:srgbClr val="FFC000"/>
                </a:solidFill>
                <a:effectLst/>
                <a:latin typeface="Ginto"/>
              </a:rPr>
              <a:t>2.Economic and social struggles.</a:t>
            </a:r>
            <a:br>
              <a:rPr lang="en-US" b="0" i="0" dirty="0">
                <a:solidFill>
                  <a:srgbClr val="FFC000"/>
                </a:solidFill>
                <a:effectLst/>
                <a:latin typeface="Ginto"/>
              </a:rPr>
            </a:br>
            <a:r>
              <a:rPr lang="en-US" b="0" i="0" dirty="0">
                <a:solidFill>
                  <a:srgbClr val="FFC000"/>
                </a:solidFill>
                <a:effectLst/>
                <a:latin typeface="Ginto"/>
              </a:rPr>
              <a:t>3.Lack of awareness regarding child rights.</a:t>
            </a:r>
            <a:br>
              <a:rPr lang="en-US" b="0" i="0" dirty="0">
                <a:solidFill>
                  <a:schemeClr val="tx1"/>
                </a:solidFill>
                <a:effectLst/>
                <a:latin typeface="Ginto"/>
              </a:rPr>
            </a:br>
            <a:br>
              <a:rPr lang="en-US" b="0" i="0" dirty="0">
                <a:solidFill>
                  <a:schemeClr val="tx1"/>
                </a:solidFill>
                <a:effectLst/>
                <a:latin typeface="Ginto"/>
              </a:rPr>
            </a:br>
            <a:r>
              <a:rPr lang="en-US" b="1" i="0" dirty="0">
                <a:solidFill>
                  <a:schemeClr val="tx1"/>
                </a:solidFill>
                <a:effectLst/>
                <a:latin typeface="Ginto"/>
              </a:rPr>
              <a:t>Impact:</a:t>
            </a:r>
            <a:br>
              <a:rPr lang="en-US" b="0" i="0" dirty="0">
                <a:solidFill>
                  <a:schemeClr val="tx1"/>
                </a:solidFill>
                <a:effectLst/>
                <a:latin typeface="Ginto"/>
              </a:rPr>
            </a:br>
            <a:r>
              <a:rPr lang="en-US" b="0" i="0" dirty="0">
                <a:solidFill>
                  <a:srgbClr val="FFC000"/>
                </a:solidFill>
                <a:effectLst/>
                <a:latin typeface="Ginto"/>
              </a:rPr>
              <a:t>1.Low literacy rates.</a:t>
            </a:r>
            <a:br>
              <a:rPr lang="en-US" b="0" i="0" dirty="0">
                <a:solidFill>
                  <a:srgbClr val="FFC000"/>
                </a:solidFill>
                <a:effectLst/>
                <a:latin typeface="Ginto"/>
              </a:rPr>
            </a:br>
            <a:r>
              <a:rPr lang="en-US" b="0" i="0" dirty="0">
                <a:solidFill>
                  <a:srgbClr val="FFC000"/>
                </a:solidFill>
                <a:effectLst/>
                <a:latin typeface="Ginto"/>
              </a:rPr>
              <a:t>2.Limited knowledge and opportunities.</a:t>
            </a:r>
            <a:br>
              <a:rPr lang="en-US" b="0" i="0" dirty="0">
                <a:solidFill>
                  <a:srgbClr val="FFC000"/>
                </a:solidFill>
                <a:effectLst/>
                <a:latin typeface="Ginto"/>
              </a:rPr>
            </a:br>
            <a:r>
              <a:rPr lang="en-US" b="0" i="0" dirty="0">
                <a:solidFill>
                  <a:srgbClr val="FFC000"/>
                </a:solidFill>
                <a:effectLst/>
                <a:latin typeface="Ginto"/>
              </a:rPr>
              <a:t>3.Perpetuation of poverty and social inequality.</a:t>
            </a:r>
            <a:br>
              <a:rPr lang="en-US" b="0" i="0" dirty="0">
                <a:solidFill>
                  <a:schemeClr val="tx1"/>
                </a:solidFill>
                <a:effectLst/>
                <a:latin typeface="Ginto"/>
              </a:rPr>
            </a:br>
            <a:br>
              <a:rPr lang="en-US" b="0" i="0" dirty="0">
                <a:solidFill>
                  <a:schemeClr val="tx1"/>
                </a:solidFill>
                <a:effectLst/>
                <a:latin typeface="Ginto"/>
              </a:rPr>
            </a:br>
            <a:br>
              <a:rPr lang="en-US" b="0" i="0" dirty="0">
                <a:solidFill>
                  <a:schemeClr val="tx1"/>
                </a:solidFill>
                <a:effectLst/>
                <a:latin typeface="Ginto"/>
              </a:rPr>
            </a:br>
            <a:endParaRPr lang="en-IN" dirty="0">
              <a:solidFill>
                <a:schemeClr val="tx1"/>
              </a:solidFill>
            </a:endParaRPr>
          </a:p>
        </p:txBody>
      </p:sp>
    </p:spTree>
    <p:extLst>
      <p:ext uri="{BB962C8B-B14F-4D97-AF65-F5344CB8AC3E}">
        <p14:creationId xmlns:p14="http://schemas.microsoft.com/office/powerpoint/2010/main" val="1852724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411909" y="291830"/>
            <a:ext cx="11887200" cy="6566170"/>
          </a:xfrm>
        </p:spPr>
        <p:txBody>
          <a:bodyPr>
            <a:normAutofit fontScale="90000"/>
          </a:bodyPr>
          <a:lstStyle/>
          <a:p>
            <a:pPr algn="l">
              <a:lnSpc>
                <a:spcPct val="100000"/>
              </a:lnSpc>
            </a:pPr>
            <a:r>
              <a:rPr lang="en-US" b="1" i="0" dirty="0">
                <a:solidFill>
                  <a:schemeClr val="tx1"/>
                </a:solidFill>
                <a:effectLst/>
                <a:latin typeface="Ginto"/>
              </a:rPr>
              <a:t>                                       </a:t>
            </a:r>
            <a:r>
              <a:rPr lang="en-US" sz="5300" b="1" i="0" dirty="0">
                <a:solidFill>
                  <a:srgbClr val="92D050"/>
                </a:solidFill>
                <a:effectLst/>
                <a:latin typeface="Ginto"/>
              </a:rPr>
              <a:t>Objectives</a:t>
            </a:r>
            <a:br>
              <a:rPr lang="en-US" b="1" i="0" dirty="0">
                <a:solidFill>
                  <a:schemeClr val="tx1"/>
                </a:solidFill>
                <a:effectLst/>
                <a:latin typeface="Ginto"/>
              </a:rPr>
            </a:br>
            <a:r>
              <a:rPr lang="en-US" b="1" i="0" dirty="0">
                <a:solidFill>
                  <a:schemeClr val="tx1"/>
                </a:solidFill>
                <a:effectLst/>
                <a:latin typeface="Ginto"/>
              </a:rPr>
              <a:t>Core Objective:</a:t>
            </a:r>
            <a:br>
              <a:rPr lang="en-US" b="1" i="0" dirty="0">
                <a:solidFill>
                  <a:srgbClr val="FFFF00"/>
                </a:solidFill>
                <a:effectLst/>
                <a:latin typeface="Ginto"/>
              </a:rPr>
            </a:br>
            <a:r>
              <a:rPr lang="en-US" b="0" i="0" dirty="0">
                <a:solidFill>
                  <a:srgbClr val="FFC000"/>
                </a:solidFill>
                <a:effectLst/>
                <a:latin typeface="Ginto"/>
              </a:rPr>
              <a:t>Provide quality education and raise awareness </a:t>
            </a:r>
            <a:br>
              <a:rPr lang="en-US" b="0" i="0" dirty="0">
                <a:solidFill>
                  <a:srgbClr val="FFC000"/>
                </a:solidFill>
                <a:effectLst/>
                <a:latin typeface="Ginto"/>
              </a:rPr>
            </a:br>
            <a:r>
              <a:rPr lang="en-US" b="0" i="0" dirty="0">
                <a:solidFill>
                  <a:srgbClr val="FFC000"/>
                </a:solidFill>
                <a:effectLst/>
                <a:latin typeface="Ginto"/>
              </a:rPr>
              <a:t>about child rights</a:t>
            </a:r>
            <a:br>
              <a:rPr lang="en-US" b="0" i="0" dirty="0">
                <a:solidFill>
                  <a:srgbClr val="FFFF00"/>
                </a:solidFill>
                <a:effectLst/>
                <a:latin typeface="Ginto"/>
              </a:rPr>
            </a:br>
            <a:r>
              <a:rPr lang="en-US" b="1" i="0" dirty="0">
                <a:solidFill>
                  <a:schemeClr val="tx1"/>
                </a:solidFill>
                <a:effectLst/>
                <a:latin typeface="Ginto"/>
              </a:rPr>
              <a:t>Focus Areas:</a:t>
            </a:r>
            <a:br>
              <a:rPr lang="en-US" b="0" i="0" dirty="0">
                <a:solidFill>
                  <a:srgbClr val="FFFF00"/>
                </a:solidFill>
                <a:effectLst/>
                <a:latin typeface="Ginto"/>
              </a:rPr>
            </a:br>
            <a:r>
              <a:rPr lang="en-US" b="0" i="0" dirty="0">
                <a:solidFill>
                  <a:srgbClr val="FFC000"/>
                </a:solidFill>
                <a:effectLst/>
                <a:latin typeface="Ginto"/>
              </a:rPr>
              <a:t>1.Fundamental mathematical concepts</a:t>
            </a:r>
            <a:br>
              <a:rPr lang="en-US" b="0" i="0" dirty="0">
                <a:solidFill>
                  <a:srgbClr val="FFC000"/>
                </a:solidFill>
                <a:effectLst/>
                <a:latin typeface="Ginto"/>
              </a:rPr>
            </a:br>
            <a:r>
              <a:rPr lang="en-US" b="0" i="0" dirty="0">
                <a:solidFill>
                  <a:srgbClr val="FFC000"/>
                </a:solidFill>
                <a:effectLst/>
                <a:latin typeface="Ginto"/>
              </a:rPr>
              <a:t>2.Rights awareness</a:t>
            </a:r>
            <a:br>
              <a:rPr lang="en-US" b="0" i="0" dirty="0">
                <a:solidFill>
                  <a:srgbClr val="FFFF00"/>
                </a:solidFill>
                <a:effectLst/>
                <a:latin typeface="Ginto"/>
              </a:rPr>
            </a:br>
            <a:r>
              <a:rPr lang="en-US" b="1" i="0" dirty="0">
                <a:solidFill>
                  <a:schemeClr val="tx1"/>
                </a:solidFill>
                <a:effectLst/>
                <a:latin typeface="Ginto"/>
              </a:rPr>
              <a:t>Goals:</a:t>
            </a:r>
            <a:br>
              <a:rPr lang="en-US" b="0" i="0" dirty="0">
                <a:solidFill>
                  <a:srgbClr val="FFFF00"/>
                </a:solidFill>
                <a:effectLst/>
                <a:latin typeface="Ginto"/>
              </a:rPr>
            </a:br>
            <a:r>
              <a:rPr lang="en-US" b="0" i="0" dirty="0">
                <a:solidFill>
                  <a:srgbClr val="FFC000"/>
                </a:solidFill>
                <a:effectLst/>
                <a:latin typeface="Ginto"/>
              </a:rPr>
              <a:t>1.Strengthen academic skills</a:t>
            </a:r>
            <a:br>
              <a:rPr lang="en-US" b="0" i="0" dirty="0">
                <a:solidFill>
                  <a:srgbClr val="FFC000"/>
                </a:solidFill>
                <a:effectLst/>
                <a:latin typeface="Ginto"/>
              </a:rPr>
            </a:br>
            <a:r>
              <a:rPr lang="en-US" b="0" i="0" dirty="0">
                <a:solidFill>
                  <a:srgbClr val="FFC000"/>
                </a:solidFill>
                <a:effectLst/>
                <a:latin typeface="Ginto"/>
              </a:rPr>
              <a:t>2.Create a supportive environment for personal and </a:t>
            </a:r>
            <a:br>
              <a:rPr lang="en-US" b="0" i="0" dirty="0">
                <a:solidFill>
                  <a:srgbClr val="FFC000"/>
                </a:solidFill>
                <a:effectLst/>
                <a:latin typeface="Ginto"/>
              </a:rPr>
            </a:br>
            <a:r>
              <a:rPr lang="en-US" b="0" i="0" dirty="0">
                <a:solidFill>
                  <a:srgbClr val="FFC000"/>
                </a:solidFill>
                <a:effectLst/>
                <a:latin typeface="Ginto"/>
              </a:rPr>
              <a:t>intellectual growth</a:t>
            </a:r>
            <a:br>
              <a:rPr lang="en-US" b="0" i="0" dirty="0">
                <a:solidFill>
                  <a:srgbClr val="FFC000"/>
                </a:solidFill>
                <a:effectLst/>
                <a:latin typeface="Ginto"/>
              </a:rPr>
            </a:br>
            <a:endParaRPr lang="en-IN" dirty="0">
              <a:solidFill>
                <a:srgbClr val="FFC000"/>
              </a:solidFill>
            </a:endParaRPr>
          </a:p>
        </p:txBody>
      </p:sp>
    </p:spTree>
    <p:extLst>
      <p:ext uri="{BB962C8B-B14F-4D97-AF65-F5344CB8AC3E}">
        <p14:creationId xmlns:p14="http://schemas.microsoft.com/office/powerpoint/2010/main" val="3542322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304800" y="145915"/>
            <a:ext cx="11661422" cy="6548396"/>
          </a:xfrm>
        </p:spPr>
        <p:txBody>
          <a:bodyPr>
            <a:normAutofit fontScale="90000"/>
          </a:bodyPr>
          <a:lstStyle/>
          <a:p>
            <a:pPr algn="l"/>
            <a:r>
              <a:rPr lang="en-US" b="1" i="0" dirty="0">
                <a:solidFill>
                  <a:srgbClr val="282523"/>
                </a:solidFill>
                <a:effectLst/>
                <a:latin typeface="Ginto"/>
              </a:rPr>
              <a:t>                                 </a:t>
            </a:r>
            <a:r>
              <a:rPr lang="en-US" sz="5300" b="1" i="0" dirty="0">
                <a:solidFill>
                  <a:srgbClr val="92D050"/>
                </a:solidFill>
                <a:effectLst/>
                <a:latin typeface="Ginto"/>
              </a:rPr>
              <a:t>Steps taken</a:t>
            </a:r>
            <a:br>
              <a:rPr lang="en-US" sz="5300" b="1" dirty="0">
                <a:solidFill>
                  <a:srgbClr val="282523"/>
                </a:solidFill>
                <a:effectLst/>
                <a:latin typeface="Ginto"/>
              </a:rPr>
            </a:br>
            <a:br>
              <a:rPr lang="en-US" b="1" i="0" dirty="0">
                <a:solidFill>
                  <a:srgbClr val="282523"/>
                </a:solidFill>
                <a:effectLst/>
                <a:latin typeface="Ginto"/>
              </a:rPr>
            </a:br>
            <a:r>
              <a:rPr lang="en-US" b="1" i="0" dirty="0">
                <a:solidFill>
                  <a:schemeClr val="tx1"/>
                </a:solidFill>
                <a:effectLst/>
                <a:latin typeface="Ginto"/>
              </a:rPr>
              <a:t>a. Identifying the Target Group</a:t>
            </a:r>
            <a:br>
              <a:rPr lang="en-US" b="0" i="0" dirty="0">
                <a:solidFill>
                  <a:srgbClr val="282523"/>
                </a:solidFill>
                <a:effectLst/>
                <a:latin typeface="Ginto"/>
              </a:rPr>
            </a:br>
            <a:r>
              <a:rPr lang="en-US" b="0" i="0" dirty="0">
                <a:solidFill>
                  <a:srgbClr val="FFC000"/>
                </a:solidFill>
                <a:effectLst/>
                <a:latin typeface="Ginto"/>
              </a:rPr>
              <a:t>Collaboration with local schools, leaders, and social workers</a:t>
            </a:r>
            <a:br>
              <a:rPr lang="en-US" b="0" i="0" dirty="0">
                <a:solidFill>
                  <a:srgbClr val="282523"/>
                </a:solidFill>
                <a:effectLst/>
                <a:latin typeface="Ginto"/>
              </a:rPr>
            </a:br>
            <a:r>
              <a:rPr lang="en-US" b="1" i="0" dirty="0">
                <a:solidFill>
                  <a:schemeClr val="tx1"/>
                </a:solidFill>
                <a:effectLst/>
                <a:latin typeface="Ginto"/>
              </a:rPr>
              <a:t>b. Curriculum Development</a:t>
            </a:r>
            <a:br>
              <a:rPr lang="en-US" b="0" i="0" dirty="0">
                <a:solidFill>
                  <a:srgbClr val="282523"/>
                </a:solidFill>
                <a:effectLst/>
                <a:latin typeface="Ginto"/>
              </a:rPr>
            </a:br>
            <a:r>
              <a:rPr lang="en-US" b="0" i="0" dirty="0">
                <a:solidFill>
                  <a:srgbClr val="FFC000"/>
                </a:solidFill>
                <a:effectLst/>
                <a:latin typeface="Ginto"/>
              </a:rPr>
              <a:t>Focus on algebra, BODMAS, LCM, HCF, principle of interest,</a:t>
            </a:r>
            <a:br>
              <a:rPr lang="en-US" b="0" i="0" dirty="0">
                <a:solidFill>
                  <a:srgbClr val="FFC000"/>
                </a:solidFill>
                <a:effectLst/>
                <a:latin typeface="Ginto"/>
              </a:rPr>
            </a:br>
            <a:r>
              <a:rPr lang="en-US" b="0" i="0" dirty="0">
                <a:solidFill>
                  <a:srgbClr val="FFC000"/>
                </a:solidFill>
                <a:effectLst/>
                <a:latin typeface="Ginto"/>
              </a:rPr>
              <a:t>squares</a:t>
            </a:r>
            <a:r>
              <a:rPr lang="en-US" dirty="0">
                <a:solidFill>
                  <a:srgbClr val="FFC000"/>
                </a:solidFill>
                <a:effectLst/>
                <a:latin typeface="Ginto"/>
              </a:rPr>
              <a:t> and</a:t>
            </a:r>
            <a:r>
              <a:rPr lang="en-US" b="0" i="0" dirty="0">
                <a:solidFill>
                  <a:srgbClr val="FFC000"/>
                </a:solidFill>
                <a:effectLst/>
                <a:latin typeface="Ginto"/>
              </a:rPr>
              <a:t> square roots, cubes and cube roots.</a:t>
            </a:r>
            <a:br>
              <a:rPr lang="en-US" b="1" i="0" dirty="0">
                <a:solidFill>
                  <a:schemeClr val="tx1"/>
                </a:solidFill>
                <a:effectLst/>
                <a:latin typeface="Ginto"/>
              </a:rPr>
            </a:br>
            <a:r>
              <a:rPr lang="en-US" b="1" i="0" dirty="0">
                <a:solidFill>
                  <a:schemeClr val="tx1"/>
                </a:solidFill>
                <a:effectLst/>
                <a:latin typeface="Ginto"/>
              </a:rPr>
              <a:t>c. Establishing Learning Spaces</a:t>
            </a:r>
            <a:br>
              <a:rPr lang="en-US" b="0" i="0" dirty="0">
                <a:solidFill>
                  <a:srgbClr val="282523"/>
                </a:solidFill>
                <a:effectLst/>
                <a:latin typeface="Ginto"/>
              </a:rPr>
            </a:br>
            <a:r>
              <a:rPr lang="en-US" b="0" i="0" dirty="0">
                <a:solidFill>
                  <a:srgbClr val="FFC000"/>
                </a:solidFill>
                <a:effectLst/>
                <a:latin typeface="Ginto"/>
              </a:rPr>
              <a:t>Child friendly environments with necessary educational </a:t>
            </a:r>
            <a:br>
              <a:rPr lang="en-US" b="0" i="0" dirty="0">
                <a:solidFill>
                  <a:srgbClr val="FFC000"/>
                </a:solidFill>
                <a:effectLst/>
                <a:latin typeface="Ginto"/>
              </a:rPr>
            </a:br>
            <a:r>
              <a:rPr lang="en-US" b="0" i="0" dirty="0">
                <a:solidFill>
                  <a:srgbClr val="FFC000"/>
                </a:solidFill>
                <a:effectLst/>
                <a:latin typeface="Ginto"/>
              </a:rPr>
              <a:t>materials.</a:t>
            </a:r>
            <a:br>
              <a:rPr lang="en-US" b="0" i="0" dirty="0">
                <a:solidFill>
                  <a:srgbClr val="282523"/>
                </a:solidFill>
                <a:effectLst/>
                <a:latin typeface="Ginto"/>
              </a:rPr>
            </a:br>
            <a:endParaRPr lang="en-IN" dirty="0"/>
          </a:p>
        </p:txBody>
      </p:sp>
    </p:spTree>
    <p:extLst>
      <p:ext uri="{BB962C8B-B14F-4D97-AF65-F5344CB8AC3E}">
        <p14:creationId xmlns:p14="http://schemas.microsoft.com/office/powerpoint/2010/main" val="3305625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203200" y="145915"/>
            <a:ext cx="11785600" cy="6566170"/>
          </a:xfrm>
        </p:spPr>
        <p:txBody>
          <a:bodyPr/>
          <a:lstStyle/>
          <a:p>
            <a:pPr algn="l"/>
            <a:r>
              <a:rPr lang="en-US" b="1" i="0" dirty="0">
                <a:solidFill>
                  <a:schemeClr val="tx1"/>
                </a:solidFill>
                <a:effectLst/>
                <a:latin typeface="Ginto"/>
              </a:rPr>
              <a:t>d. Awareness Campaigns</a:t>
            </a:r>
            <a:br>
              <a:rPr lang="en-US" b="0" i="0" dirty="0">
                <a:solidFill>
                  <a:srgbClr val="FFC000"/>
                </a:solidFill>
                <a:effectLst/>
                <a:latin typeface="Ginto"/>
              </a:rPr>
            </a:br>
            <a:r>
              <a:rPr lang="en-US" b="0" i="0" dirty="0">
                <a:solidFill>
                  <a:srgbClr val="FFC000"/>
                </a:solidFill>
                <a:effectLst/>
                <a:latin typeface="Ginto"/>
              </a:rPr>
              <a:t>Educating the community about child rights and the importance of education.</a:t>
            </a:r>
            <a:br>
              <a:rPr lang="en-US" b="0" i="0" dirty="0">
                <a:solidFill>
                  <a:srgbClr val="FFC000"/>
                </a:solidFill>
                <a:effectLst/>
                <a:latin typeface="Ginto"/>
              </a:rPr>
            </a:br>
            <a:r>
              <a:rPr lang="en-US" b="1" i="0" dirty="0">
                <a:solidFill>
                  <a:schemeClr val="tx1"/>
                </a:solidFill>
                <a:effectLst/>
                <a:latin typeface="Ginto"/>
              </a:rPr>
              <a:t>e. Volunteer Engagement and Training</a:t>
            </a:r>
            <a:br>
              <a:rPr lang="en-US" b="0" i="0" dirty="0">
                <a:solidFill>
                  <a:srgbClr val="FFC000"/>
                </a:solidFill>
                <a:effectLst/>
                <a:latin typeface="Ginto"/>
              </a:rPr>
            </a:br>
            <a:r>
              <a:rPr lang="en-US" b="0" i="0" dirty="0">
                <a:solidFill>
                  <a:srgbClr val="FFC000"/>
                </a:solidFill>
                <a:effectLst/>
                <a:latin typeface="Ginto"/>
              </a:rPr>
              <a:t>Training sessions for effective teaching and classroom </a:t>
            </a:r>
            <a:br>
              <a:rPr lang="en-US" b="0" i="0" dirty="0">
                <a:solidFill>
                  <a:srgbClr val="FFC000"/>
                </a:solidFill>
                <a:effectLst/>
                <a:latin typeface="Ginto"/>
              </a:rPr>
            </a:br>
            <a:r>
              <a:rPr lang="en-US" b="0" i="0" dirty="0">
                <a:solidFill>
                  <a:srgbClr val="FFC000"/>
                </a:solidFill>
                <a:effectLst/>
                <a:latin typeface="Ginto"/>
              </a:rPr>
              <a:t>management.</a:t>
            </a:r>
            <a:br>
              <a:rPr lang="en-US" b="0" i="0" dirty="0">
                <a:solidFill>
                  <a:srgbClr val="FFC000"/>
                </a:solidFill>
                <a:effectLst/>
                <a:latin typeface="Ginto"/>
              </a:rPr>
            </a:br>
            <a:r>
              <a:rPr lang="en-US" b="1" i="0" dirty="0">
                <a:solidFill>
                  <a:schemeClr val="tx1"/>
                </a:solidFill>
                <a:effectLst/>
                <a:latin typeface="Ginto"/>
              </a:rPr>
              <a:t>f. Conducting Tutoring Sessions</a:t>
            </a:r>
            <a:br>
              <a:rPr lang="en-US" b="0" i="0" dirty="0">
                <a:solidFill>
                  <a:srgbClr val="FFC000"/>
                </a:solidFill>
                <a:effectLst/>
                <a:latin typeface="Ginto"/>
              </a:rPr>
            </a:br>
            <a:r>
              <a:rPr lang="en-US" b="0" i="0" dirty="0">
                <a:solidFill>
                  <a:srgbClr val="FFC000"/>
                </a:solidFill>
                <a:effectLst/>
                <a:latin typeface="Ginto"/>
              </a:rPr>
              <a:t>Regular, interactive, and engaging after-school sessions.</a:t>
            </a:r>
            <a:br>
              <a:rPr lang="en-US" b="0" i="0" dirty="0">
                <a:solidFill>
                  <a:srgbClr val="FFC000"/>
                </a:solidFill>
                <a:effectLst/>
                <a:latin typeface="Ginto"/>
              </a:rPr>
            </a:br>
            <a:endParaRPr lang="en-IN" dirty="0">
              <a:solidFill>
                <a:srgbClr val="FFC000"/>
              </a:solidFill>
            </a:endParaRPr>
          </a:p>
        </p:txBody>
      </p:sp>
    </p:spTree>
    <p:extLst>
      <p:ext uri="{BB962C8B-B14F-4D97-AF65-F5344CB8AC3E}">
        <p14:creationId xmlns:p14="http://schemas.microsoft.com/office/powerpoint/2010/main" val="33262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97276" y="136187"/>
            <a:ext cx="12094723" cy="6566170"/>
          </a:xfrm>
        </p:spPr>
        <p:txBody>
          <a:bodyPr/>
          <a:lstStyle/>
          <a:p>
            <a:pPr algn="l"/>
            <a:r>
              <a:rPr lang="en-US" b="1" i="0" dirty="0">
                <a:solidFill>
                  <a:schemeClr val="tx1"/>
                </a:solidFill>
                <a:effectLst/>
                <a:latin typeface="Ginto"/>
              </a:rPr>
              <a:t>g. Monitoring and Evaluation</a:t>
            </a:r>
            <a:br>
              <a:rPr lang="en-US" b="0" i="0" dirty="0">
                <a:solidFill>
                  <a:srgbClr val="FFC000"/>
                </a:solidFill>
                <a:effectLst/>
                <a:latin typeface="Ginto"/>
              </a:rPr>
            </a:br>
            <a:r>
              <a:rPr lang="en-US" b="0" i="0" dirty="0">
                <a:solidFill>
                  <a:srgbClr val="FFC000"/>
                </a:solidFill>
                <a:effectLst/>
                <a:latin typeface="Ginto"/>
              </a:rPr>
              <a:t>Pre- and post-assessments.</a:t>
            </a:r>
            <a:br>
              <a:rPr lang="en-US" b="0" i="0" dirty="0">
                <a:solidFill>
                  <a:srgbClr val="FFC000"/>
                </a:solidFill>
                <a:effectLst/>
                <a:latin typeface="Ginto"/>
              </a:rPr>
            </a:br>
            <a:r>
              <a:rPr lang="en-US" b="0" i="0" dirty="0">
                <a:solidFill>
                  <a:srgbClr val="FFC000"/>
                </a:solidFill>
                <a:effectLst/>
                <a:latin typeface="Ginto"/>
              </a:rPr>
              <a:t>Feedback sessions.</a:t>
            </a:r>
            <a:br>
              <a:rPr lang="en-US" b="0" i="0" dirty="0">
                <a:solidFill>
                  <a:srgbClr val="FFC000"/>
                </a:solidFill>
                <a:effectLst/>
                <a:latin typeface="Ginto"/>
              </a:rPr>
            </a:br>
            <a:r>
              <a:rPr lang="en-US" b="0" i="0" dirty="0">
                <a:solidFill>
                  <a:srgbClr val="FFC000"/>
                </a:solidFill>
                <a:effectLst/>
                <a:latin typeface="Ginto"/>
              </a:rPr>
              <a:t>Geo-tagged pictures for documentation.</a:t>
            </a:r>
            <a:br>
              <a:rPr lang="en-US" b="0" i="0" dirty="0">
                <a:solidFill>
                  <a:srgbClr val="FFC000"/>
                </a:solidFill>
                <a:effectLst/>
                <a:latin typeface="Ginto"/>
              </a:rPr>
            </a:br>
            <a:r>
              <a:rPr lang="en-US" b="1" i="0" dirty="0">
                <a:solidFill>
                  <a:schemeClr val="tx1"/>
                </a:solidFill>
                <a:effectLst/>
                <a:latin typeface="Ginto"/>
              </a:rPr>
              <a:t>h. Collection of Testimonials and Feedback</a:t>
            </a:r>
            <a:br>
              <a:rPr lang="en-US" b="0" i="0" dirty="0">
                <a:solidFill>
                  <a:srgbClr val="FFC000"/>
                </a:solidFill>
                <a:effectLst/>
                <a:latin typeface="Ginto"/>
              </a:rPr>
            </a:br>
            <a:r>
              <a:rPr lang="en-US" b="0" i="0" dirty="0">
                <a:solidFill>
                  <a:srgbClr val="FFC000"/>
                </a:solidFill>
                <a:effectLst/>
                <a:latin typeface="Ginto"/>
              </a:rPr>
              <a:t>Positive feedback from children, parents, and community</a:t>
            </a:r>
            <a:br>
              <a:rPr lang="en-US" b="0" i="0" dirty="0">
                <a:solidFill>
                  <a:srgbClr val="FFC000"/>
                </a:solidFill>
                <a:effectLst/>
                <a:latin typeface="Ginto"/>
              </a:rPr>
            </a:br>
            <a:endParaRPr lang="en-IN" dirty="0">
              <a:solidFill>
                <a:srgbClr val="FFC000"/>
              </a:solidFill>
            </a:endParaRPr>
          </a:p>
        </p:txBody>
      </p:sp>
    </p:spTree>
    <p:extLst>
      <p:ext uri="{BB962C8B-B14F-4D97-AF65-F5344CB8AC3E}">
        <p14:creationId xmlns:p14="http://schemas.microsoft.com/office/powerpoint/2010/main" val="3302649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233635" y="145915"/>
            <a:ext cx="11887200" cy="6566170"/>
          </a:xfrm>
        </p:spPr>
        <p:txBody>
          <a:bodyPr>
            <a:normAutofit fontScale="90000"/>
          </a:bodyPr>
          <a:lstStyle/>
          <a:p>
            <a:pPr algn="l"/>
            <a:r>
              <a:rPr lang="en-US" b="1" i="0" dirty="0">
                <a:solidFill>
                  <a:schemeClr val="tx1"/>
                </a:solidFill>
                <a:effectLst/>
                <a:latin typeface="Ginto"/>
              </a:rPr>
              <a:t>                                      </a:t>
            </a:r>
            <a:r>
              <a:rPr lang="en-US" sz="5300" b="1" i="0" dirty="0">
                <a:solidFill>
                  <a:srgbClr val="92D050"/>
                </a:solidFill>
                <a:effectLst/>
                <a:latin typeface="Ginto"/>
              </a:rPr>
              <a:t>Effectiveness</a:t>
            </a:r>
            <a:br>
              <a:rPr lang="en-US" b="1" i="0" dirty="0">
                <a:solidFill>
                  <a:schemeClr val="tx1"/>
                </a:solidFill>
                <a:effectLst/>
                <a:latin typeface="Ginto"/>
              </a:rPr>
            </a:br>
            <a:r>
              <a:rPr lang="en-US" b="1" i="0" dirty="0">
                <a:solidFill>
                  <a:schemeClr val="tx1"/>
                </a:solidFill>
                <a:effectLst/>
                <a:latin typeface="Ginto"/>
              </a:rPr>
              <a:t>Achievements:</a:t>
            </a:r>
            <a:br>
              <a:rPr lang="en-US" b="0" i="0" dirty="0">
                <a:solidFill>
                  <a:srgbClr val="FFC000"/>
                </a:solidFill>
                <a:effectLst/>
                <a:latin typeface="Ginto"/>
              </a:rPr>
            </a:br>
            <a:r>
              <a:rPr lang="en-US" b="0" i="0" dirty="0">
                <a:solidFill>
                  <a:srgbClr val="FFC000"/>
                </a:solidFill>
                <a:effectLst/>
                <a:latin typeface="Ginto"/>
              </a:rPr>
              <a:t>Significant improvement in understanding of mathematical </a:t>
            </a:r>
            <a:br>
              <a:rPr lang="en-US" b="0" i="0" dirty="0">
                <a:solidFill>
                  <a:srgbClr val="FFC000"/>
                </a:solidFill>
                <a:effectLst/>
                <a:latin typeface="Ginto"/>
              </a:rPr>
            </a:br>
            <a:r>
              <a:rPr lang="en-US" b="0" i="0" dirty="0">
                <a:solidFill>
                  <a:srgbClr val="FFC000"/>
                </a:solidFill>
                <a:effectLst/>
                <a:latin typeface="Ginto"/>
              </a:rPr>
              <a:t>concepts.</a:t>
            </a:r>
            <a:br>
              <a:rPr lang="en-US" b="0" i="0" dirty="0">
                <a:solidFill>
                  <a:srgbClr val="FFC000"/>
                </a:solidFill>
                <a:effectLst/>
                <a:latin typeface="Ginto"/>
              </a:rPr>
            </a:br>
            <a:r>
              <a:rPr lang="en-US" b="0" i="0" dirty="0">
                <a:solidFill>
                  <a:srgbClr val="FFC000"/>
                </a:solidFill>
                <a:effectLst/>
                <a:latin typeface="Ginto"/>
              </a:rPr>
              <a:t>Enhanced academic skills and interest in learning.</a:t>
            </a:r>
            <a:br>
              <a:rPr lang="en-US" b="0" i="0" dirty="0">
                <a:solidFill>
                  <a:srgbClr val="FFC000"/>
                </a:solidFill>
                <a:effectLst/>
                <a:latin typeface="Ginto"/>
              </a:rPr>
            </a:br>
            <a:r>
              <a:rPr lang="en-US" b="0" i="0" dirty="0">
                <a:solidFill>
                  <a:srgbClr val="FFC000"/>
                </a:solidFill>
                <a:effectLst/>
                <a:latin typeface="Ginto"/>
              </a:rPr>
              <a:t>Increased community support for child rights and education.</a:t>
            </a:r>
            <a:br>
              <a:rPr lang="en-US" b="0" i="0" dirty="0">
                <a:solidFill>
                  <a:srgbClr val="FFC000"/>
                </a:solidFill>
                <a:effectLst/>
                <a:latin typeface="Ginto"/>
              </a:rPr>
            </a:br>
            <a:r>
              <a:rPr lang="en-US" b="1" i="0" dirty="0">
                <a:solidFill>
                  <a:schemeClr val="tx1"/>
                </a:solidFill>
                <a:effectLst/>
                <a:latin typeface="Ginto"/>
              </a:rPr>
              <a:t>Empowerment:</a:t>
            </a:r>
            <a:br>
              <a:rPr lang="en-US" b="0" i="0" dirty="0">
                <a:solidFill>
                  <a:srgbClr val="FFC000"/>
                </a:solidFill>
                <a:effectLst/>
                <a:latin typeface="Ginto"/>
              </a:rPr>
            </a:br>
            <a:r>
              <a:rPr lang="en-US" b="0" i="0" dirty="0">
                <a:solidFill>
                  <a:srgbClr val="FFC000"/>
                </a:solidFill>
                <a:effectLst/>
                <a:latin typeface="Ginto"/>
              </a:rPr>
              <a:t>Better understanding of rights and importance of education.</a:t>
            </a:r>
            <a:br>
              <a:rPr lang="en-US" b="0" i="0" dirty="0">
                <a:solidFill>
                  <a:srgbClr val="FFC000"/>
                </a:solidFill>
                <a:effectLst/>
                <a:latin typeface="Ginto"/>
              </a:rPr>
            </a:br>
            <a:r>
              <a:rPr lang="en-US" b="0" i="0" dirty="0">
                <a:solidFill>
                  <a:srgbClr val="FFC000"/>
                </a:solidFill>
                <a:effectLst/>
                <a:latin typeface="Ginto"/>
              </a:rPr>
              <a:t>Safe and conducive learning environments.</a:t>
            </a:r>
            <a:br>
              <a:rPr lang="en-US" b="0" i="0" dirty="0">
                <a:solidFill>
                  <a:srgbClr val="FFC000"/>
                </a:solidFill>
                <a:effectLst/>
                <a:latin typeface="Ginto"/>
              </a:rPr>
            </a:br>
            <a:r>
              <a:rPr lang="en-US" b="0" i="0" dirty="0">
                <a:solidFill>
                  <a:srgbClr val="FFC000"/>
                </a:solidFill>
                <a:effectLst/>
                <a:latin typeface="Ginto"/>
              </a:rPr>
              <a:t>Visual records of project impact with geo-tagged pictures.</a:t>
            </a:r>
            <a:br>
              <a:rPr lang="en-US" b="0" i="0" dirty="0">
                <a:solidFill>
                  <a:srgbClr val="FFC000"/>
                </a:solidFill>
                <a:effectLst/>
                <a:latin typeface="Ginto"/>
              </a:rPr>
            </a:br>
            <a:endParaRPr lang="en-IN" dirty="0">
              <a:solidFill>
                <a:srgbClr val="FFC000"/>
              </a:solidFill>
            </a:endParaRPr>
          </a:p>
        </p:txBody>
      </p:sp>
    </p:spTree>
    <p:extLst>
      <p:ext uri="{BB962C8B-B14F-4D97-AF65-F5344CB8AC3E}">
        <p14:creationId xmlns:p14="http://schemas.microsoft.com/office/powerpoint/2010/main" val="3402496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97277" y="136187"/>
            <a:ext cx="11887200" cy="6566170"/>
          </a:xfrm>
        </p:spPr>
        <p:txBody>
          <a:bodyPr/>
          <a:lstStyle/>
          <a:p>
            <a:endParaRPr lang="en-IN" dirty="0"/>
          </a:p>
        </p:txBody>
      </p:sp>
      <p:pic>
        <p:nvPicPr>
          <p:cNvPr id="4" name="Picture 3">
            <a:extLst>
              <a:ext uri="{FF2B5EF4-FFF2-40B4-BE49-F238E27FC236}">
                <a16:creationId xmlns:a16="http://schemas.microsoft.com/office/drawing/2014/main" id="{DA886EBA-C637-5808-81FA-0217940944B3}"/>
              </a:ext>
            </a:extLst>
          </p:cNvPr>
          <p:cNvPicPr>
            <a:picLocks noChangeAspect="1"/>
          </p:cNvPicPr>
          <p:nvPr/>
        </p:nvPicPr>
        <p:blipFill>
          <a:blip r:embed="rId2"/>
          <a:stretch>
            <a:fillRect/>
          </a:stretch>
        </p:blipFill>
        <p:spPr>
          <a:xfrm>
            <a:off x="-1" y="0"/>
            <a:ext cx="12094723" cy="6858000"/>
          </a:xfrm>
          <a:prstGeom prst="rect">
            <a:avLst/>
          </a:prstGeom>
        </p:spPr>
      </p:pic>
    </p:spTree>
    <p:extLst>
      <p:ext uri="{BB962C8B-B14F-4D97-AF65-F5344CB8AC3E}">
        <p14:creationId xmlns:p14="http://schemas.microsoft.com/office/powerpoint/2010/main" val="2718266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97277" y="136187"/>
            <a:ext cx="11887200" cy="6566170"/>
          </a:xfrm>
        </p:spPr>
        <p:txBody>
          <a:bodyPr/>
          <a:lstStyle/>
          <a:p>
            <a:endParaRPr lang="en-IN" dirty="0"/>
          </a:p>
        </p:txBody>
      </p:sp>
      <p:pic>
        <p:nvPicPr>
          <p:cNvPr id="4" name="Picture 3">
            <a:extLst>
              <a:ext uri="{FF2B5EF4-FFF2-40B4-BE49-F238E27FC236}">
                <a16:creationId xmlns:a16="http://schemas.microsoft.com/office/drawing/2014/main" id="{33F70B70-3CCA-C673-B9F3-CC8F7C69BA8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374698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CC0F4-C4A8-3757-9515-43901AF4657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53A1B7A-0EBD-45F2-F98B-48F682675310}"/>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6D7A17C6-64B8-94BF-5DE7-1F77A863BD5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90607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2967C5-1402-65CF-6BF2-3DB1DD487C8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77153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52E59-C492-1DF5-5FE1-C5BF05C49B4F}"/>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D3B0D7B-E0B7-344E-E748-48CB88171B76}"/>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D51E8A2B-07F6-E2F3-A1E5-B444DA25C7F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093095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CA0570-3780-060C-590F-6003021FA21D}"/>
              </a:ext>
            </a:extLst>
          </p:cNvPr>
          <p:cNvPicPr>
            <a:picLocks noChangeAspect="1"/>
          </p:cNvPicPr>
          <p:nvPr/>
        </p:nvPicPr>
        <p:blipFill>
          <a:blip r:embed="rId2"/>
          <a:stretch>
            <a:fillRect/>
          </a:stretch>
        </p:blipFill>
        <p:spPr>
          <a:xfrm>
            <a:off x="5935287" y="0"/>
            <a:ext cx="6256713" cy="6858000"/>
          </a:xfrm>
          <a:prstGeom prst="rect">
            <a:avLst/>
          </a:prstGeom>
        </p:spPr>
      </p:pic>
      <p:pic>
        <p:nvPicPr>
          <p:cNvPr id="5" name="Picture 4">
            <a:extLst>
              <a:ext uri="{FF2B5EF4-FFF2-40B4-BE49-F238E27FC236}">
                <a16:creationId xmlns:a16="http://schemas.microsoft.com/office/drawing/2014/main" id="{F64048BF-33F6-756B-5859-D464377A4A54}"/>
              </a:ext>
            </a:extLst>
          </p:cNvPr>
          <p:cNvPicPr>
            <a:picLocks noChangeAspect="1"/>
          </p:cNvPicPr>
          <p:nvPr/>
        </p:nvPicPr>
        <p:blipFill>
          <a:blip r:embed="rId3"/>
          <a:stretch>
            <a:fillRect/>
          </a:stretch>
        </p:blipFill>
        <p:spPr>
          <a:xfrm>
            <a:off x="-1" y="0"/>
            <a:ext cx="5935287" cy="6858000"/>
          </a:xfrm>
          <a:prstGeom prst="rect">
            <a:avLst/>
          </a:prstGeom>
        </p:spPr>
      </p:pic>
    </p:spTree>
    <p:extLst>
      <p:ext uri="{BB962C8B-B14F-4D97-AF65-F5344CB8AC3E}">
        <p14:creationId xmlns:p14="http://schemas.microsoft.com/office/powerpoint/2010/main" val="3080380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0ABED5-2A5E-C763-F80D-2FEEAA196D1E}"/>
              </a:ext>
            </a:extLst>
          </p:cNvPr>
          <p:cNvPicPr>
            <a:picLocks noChangeAspect="1"/>
          </p:cNvPicPr>
          <p:nvPr/>
        </p:nvPicPr>
        <p:blipFill>
          <a:blip r:embed="rId2"/>
          <a:stretch>
            <a:fillRect/>
          </a:stretch>
        </p:blipFill>
        <p:spPr>
          <a:xfrm>
            <a:off x="0" y="0"/>
            <a:ext cx="6095999" cy="6858000"/>
          </a:xfrm>
          <a:prstGeom prst="rect">
            <a:avLst/>
          </a:prstGeom>
        </p:spPr>
      </p:pic>
      <p:pic>
        <p:nvPicPr>
          <p:cNvPr id="5" name="Picture 4">
            <a:extLst>
              <a:ext uri="{FF2B5EF4-FFF2-40B4-BE49-F238E27FC236}">
                <a16:creationId xmlns:a16="http://schemas.microsoft.com/office/drawing/2014/main" id="{841C6C92-C95A-14DA-C67D-E1D3AF51F54A}"/>
              </a:ext>
            </a:extLst>
          </p:cNvPr>
          <p:cNvPicPr>
            <a:picLocks noChangeAspect="1"/>
          </p:cNvPicPr>
          <p:nvPr/>
        </p:nvPicPr>
        <p:blipFill>
          <a:blip r:embed="rId3"/>
          <a:stretch>
            <a:fillRect/>
          </a:stretch>
        </p:blipFill>
        <p:spPr>
          <a:xfrm>
            <a:off x="6096000" y="0"/>
            <a:ext cx="6095999" cy="6858000"/>
          </a:xfrm>
          <a:prstGeom prst="rect">
            <a:avLst/>
          </a:prstGeom>
        </p:spPr>
      </p:pic>
    </p:spTree>
    <p:extLst>
      <p:ext uri="{BB962C8B-B14F-4D97-AF65-F5344CB8AC3E}">
        <p14:creationId xmlns:p14="http://schemas.microsoft.com/office/powerpoint/2010/main" val="959578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7D67D-AEB3-7959-EEBA-7D037C88C82C}"/>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83794E42-7DC9-D17D-1CE1-E68885576009}"/>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2FA5C380-0E55-5D29-9698-D9BB48332C9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61695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876C-3AB8-31FB-FB6A-9FDA540893B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802A78D-7D60-58DD-A124-B995101CD387}"/>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67762AF7-7E80-4EC3-6444-324CFEA5328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61245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DBC39-793E-5ECD-6645-C457F37DF409}"/>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CBB87FAD-20DB-EC8C-E869-5BFB9599DC4F}"/>
              </a:ext>
            </a:extLst>
          </p:cNvPr>
          <p:cNvSpPr>
            <a:spLocks noGrp="1"/>
          </p:cNvSpPr>
          <p:nvPr>
            <p:ph type="body" sz="half" idx="2"/>
          </p:nvPr>
        </p:nvSpPr>
        <p:spPr/>
        <p:txBody>
          <a:bodyPr/>
          <a:lstStyle/>
          <a:p>
            <a:endParaRPr lang="en-IN"/>
          </a:p>
        </p:txBody>
      </p:sp>
      <p:pic>
        <p:nvPicPr>
          <p:cNvPr id="5" name="Picture 4">
            <a:extLst>
              <a:ext uri="{FF2B5EF4-FFF2-40B4-BE49-F238E27FC236}">
                <a16:creationId xmlns:a16="http://schemas.microsoft.com/office/drawing/2014/main" id="{8ACD77AC-8EDC-F583-7EEC-00E985A1BF4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24564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ACC937-92DB-3AFB-DDFD-FDEDB4AE0EB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269305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02ABD4-6BAC-B224-17FE-1DA0AF3D77F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57739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97D8D5-51D3-18B8-8790-17E76F4127F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301670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8F2825-CC8D-5B63-6F38-3D4DAC6E13CF}"/>
              </a:ext>
            </a:extLst>
          </p:cNvPr>
          <p:cNvPicPr>
            <a:picLocks noChangeAspect="1"/>
          </p:cNvPicPr>
          <p:nvPr/>
        </p:nvPicPr>
        <p:blipFill>
          <a:blip r:embed="rId2"/>
          <a:stretch>
            <a:fillRect/>
          </a:stretch>
        </p:blipFill>
        <p:spPr>
          <a:xfrm rot="16200000">
            <a:off x="2653464" y="-2653466"/>
            <a:ext cx="6885071" cy="12192000"/>
          </a:xfrm>
          <a:prstGeom prst="rect">
            <a:avLst/>
          </a:prstGeom>
        </p:spPr>
      </p:pic>
    </p:spTree>
    <p:extLst>
      <p:ext uri="{BB962C8B-B14F-4D97-AF65-F5344CB8AC3E}">
        <p14:creationId xmlns:p14="http://schemas.microsoft.com/office/powerpoint/2010/main" val="1710850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55026F-FF0E-EEC5-0216-9DECBCB9BADE}"/>
              </a:ext>
            </a:extLst>
          </p:cNvPr>
          <p:cNvPicPr>
            <a:picLocks noChangeAspect="1"/>
          </p:cNvPicPr>
          <p:nvPr/>
        </p:nvPicPr>
        <p:blipFill>
          <a:blip r:embed="rId2"/>
          <a:stretch>
            <a:fillRect/>
          </a:stretch>
        </p:blipFill>
        <p:spPr>
          <a:xfrm>
            <a:off x="3524250" y="0"/>
            <a:ext cx="5143500" cy="6858000"/>
          </a:xfrm>
          <a:prstGeom prst="rect">
            <a:avLst/>
          </a:prstGeom>
        </p:spPr>
      </p:pic>
    </p:spTree>
    <p:extLst>
      <p:ext uri="{BB962C8B-B14F-4D97-AF65-F5344CB8AC3E}">
        <p14:creationId xmlns:p14="http://schemas.microsoft.com/office/powerpoint/2010/main" val="1881074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97277" y="136187"/>
            <a:ext cx="11887200" cy="6566170"/>
          </a:xfrm>
        </p:spPr>
        <p:txBody>
          <a:bodyPr>
            <a:normAutofit fontScale="90000"/>
          </a:bodyPr>
          <a:lstStyle/>
          <a:p>
            <a:pPr algn="l"/>
            <a:r>
              <a:rPr lang="en-US" b="1" i="0" dirty="0">
                <a:solidFill>
                  <a:schemeClr val="tx1"/>
                </a:solidFill>
                <a:effectLst/>
                <a:latin typeface="Ginto"/>
              </a:rPr>
              <a:t>                        </a:t>
            </a:r>
            <a:r>
              <a:rPr lang="en-US" sz="5300" b="1" i="0" dirty="0">
                <a:solidFill>
                  <a:srgbClr val="92D050"/>
                </a:solidFill>
                <a:effectLst/>
                <a:latin typeface="Ginto"/>
              </a:rPr>
              <a:t>Identified societal problems</a:t>
            </a:r>
            <a:br>
              <a:rPr lang="en-US" b="1" i="0" dirty="0">
                <a:solidFill>
                  <a:schemeClr val="tx1"/>
                </a:solidFill>
                <a:effectLst/>
                <a:latin typeface="Ginto"/>
              </a:rPr>
            </a:br>
            <a:r>
              <a:rPr lang="en-US" b="1" i="0" dirty="0">
                <a:solidFill>
                  <a:schemeClr val="tx1"/>
                </a:solidFill>
                <a:effectLst/>
                <a:latin typeface="Ginto"/>
              </a:rPr>
              <a:t>Lack of Awareness About Child Rights:</a:t>
            </a:r>
            <a:br>
              <a:rPr lang="en-US" b="0" i="0" dirty="0">
                <a:solidFill>
                  <a:schemeClr val="tx1"/>
                </a:solidFill>
                <a:effectLst/>
                <a:latin typeface="Ginto"/>
              </a:rPr>
            </a:br>
            <a:r>
              <a:rPr lang="en-US" b="0" i="0" dirty="0">
                <a:solidFill>
                  <a:srgbClr val="FFC000"/>
                </a:solidFill>
                <a:effectLst/>
                <a:latin typeface="Ginto"/>
              </a:rPr>
              <a:t>Need to educate both children and adults about their rights.</a:t>
            </a:r>
            <a:br>
              <a:rPr lang="en-US" b="0" i="0" dirty="0">
                <a:solidFill>
                  <a:srgbClr val="FFC000"/>
                </a:solidFill>
                <a:effectLst/>
                <a:latin typeface="Ginto"/>
              </a:rPr>
            </a:br>
            <a:r>
              <a:rPr lang="en-US" b="0" i="0" dirty="0">
                <a:solidFill>
                  <a:srgbClr val="FFC000"/>
                </a:solidFill>
                <a:effectLst/>
                <a:latin typeface="Ginto"/>
              </a:rPr>
              <a:t>Ensuring children are seen as individuals with rights.</a:t>
            </a:r>
            <a:br>
              <a:rPr lang="en-US" b="0" i="0" dirty="0">
                <a:solidFill>
                  <a:srgbClr val="FFC000"/>
                </a:solidFill>
                <a:effectLst/>
                <a:latin typeface="Ginto"/>
              </a:rPr>
            </a:br>
            <a:r>
              <a:rPr lang="en-US" b="1" i="0" dirty="0">
                <a:solidFill>
                  <a:schemeClr val="tx1"/>
                </a:solidFill>
                <a:effectLst/>
                <a:latin typeface="Ginto"/>
              </a:rPr>
              <a:t>Limited Access to Quality Education:</a:t>
            </a:r>
            <a:br>
              <a:rPr lang="en-US" b="0" i="0" dirty="0">
                <a:solidFill>
                  <a:srgbClr val="FFC000"/>
                </a:solidFill>
                <a:effectLst/>
                <a:latin typeface="Ginto"/>
              </a:rPr>
            </a:br>
            <a:r>
              <a:rPr lang="en-US" b="0" i="0" dirty="0">
                <a:solidFill>
                  <a:srgbClr val="FFC000"/>
                </a:solidFill>
                <a:effectLst/>
                <a:latin typeface="Ginto"/>
              </a:rPr>
              <a:t>Barriers due to socioeconomic factors and inadequate </a:t>
            </a:r>
            <a:br>
              <a:rPr lang="en-US" b="0" i="0" dirty="0">
                <a:solidFill>
                  <a:srgbClr val="FFC000"/>
                </a:solidFill>
                <a:effectLst/>
                <a:latin typeface="Ginto"/>
              </a:rPr>
            </a:br>
            <a:r>
              <a:rPr lang="en-US" b="0" i="0" dirty="0">
                <a:solidFill>
                  <a:srgbClr val="FFC000"/>
                </a:solidFill>
                <a:effectLst/>
                <a:latin typeface="Ginto"/>
              </a:rPr>
              <a:t>infrastructure.</a:t>
            </a:r>
            <a:br>
              <a:rPr lang="en-US" b="0" i="0" dirty="0">
                <a:solidFill>
                  <a:schemeClr val="tx1"/>
                </a:solidFill>
                <a:effectLst/>
                <a:latin typeface="Ginto"/>
              </a:rPr>
            </a:br>
            <a:r>
              <a:rPr lang="en-US" b="1" i="0" dirty="0">
                <a:solidFill>
                  <a:schemeClr val="tx1"/>
                </a:solidFill>
                <a:effectLst/>
                <a:latin typeface="Ginto"/>
              </a:rPr>
              <a:t>Illiteracy Among Women:</a:t>
            </a:r>
            <a:br>
              <a:rPr lang="en-US" b="0" i="0" dirty="0">
                <a:solidFill>
                  <a:srgbClr val="FFC000"/>
                </a:solidFill>
                <a:effectLst/>
                <a:latin typeface="Ginto"/>
              </a:rPr>
            </a:br>
            <a:r>
              <a:rPr lang="en-US" b="0" i="0" dirty="0">
                <a:solidFill>
                  <a:srgbClr val="FFC000"/>
                </a:solidFill>
                <a:effectLst/>
                <a:latin typeface="Ginto"/>
              </a:rPr>
              <a:t>Deep-rooted perception of women's roles.</a:t>
            </a:r>
            <a:br>
              <a:rPr lang="en-US" b="0" i="0" dirty="0">
                <a:solidFill>
                  <a:srgbClr val="FFC000"/>
                </a:solidFill>
                <a:effectLst/>
                <a:latin typeface="Ginto"/>
              </a:rPr>
            </a:br>
            <a:r>
              <a:rPr lang="en-US" b="0" i="0" dirty="0">
                <a:solidFill>
                  <a:srgbClr val="FFC000"/>
                </a:solidFill>
                <a:effectLst/>
                <a:latin typeface="Ginto"/>
              </a:rPr>
              <a:t>Necessity of recognizing women's equal potential and </a:t>
            </a:r>
            <a:br>
              <a:rPr lang="en-US" b="0" i="0" dirty="0">
                <a:solidFill>
                  <a:srgbClr val="FFC000"/>
                </a:solidFill>
                <a:effectLst/>
                <a:latin typeface="Ginto"/>
              </a:rPr>
            </a:br>
            <a:r>
              <a:rPr lang="en-US" b="0" i="0" dirty="0">
                <a:solidFill>
                  <a:srgbClr val="FFC000"/>
                </a:solidFill>
                <a:effectLst/>
                <a:latin typeface="Ginto"/>
              </a:rPr>
              <a:t>contributions.</a:t>
            </a:r>
            <a:br>
              <a:rPr lang="en-US" b="0" i="0" dirty="0">
                <a:solidFill>
                  <a:srgbClr val="FFC000"/>
                </a:solidFill>
                <a:effectLst/>
                <a:latin typeface="Ginto"/>
              </a:rPr>
            </a:br>
            <a:br>
              <a:rPr lang="en-US" dirty="0">
                <a:solidFill>
                  <a:srgbClr val="FFC000"/>
                </a:solidFill>
              </a:rPr>
            </a:br>
            <a:endParaRPr lang="en-IN" dirty="0">
              <a:solidFill>
                <a:srgbClr val="FFC000"/>
              </a:solidFill>
            </a:endParaRPr>
          </a:p>
        </p:txBody>
      </p:sp>
    </p:spTree>
    <p:extLst>
      <p:ext uri="{BB962C8B-B14F-4D97-AF65-F5344CB8AC3E}">
        <p14:creationId xmlns:p14="http://schemas.microsoft.com/office/powerpoint/2010/main" val="2624908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962E-0A50-865E-F0AA-F263518E1A58}"/>
              </a:ext>
            </a:extLst>
          </p:cNvPr>
          <p:cNvSpPr>
            <a:spLocks noGrp="1"/>
          </p:cNvSpPr>
          <p:nvPr>
            <p:ph type="title"/>
          </p:nvPr>
        </p:nvSpPr>
        <p:spPr>
          <a:xfrm>
            <a:off x="97277" y="136187"/>
            <a:ext cx="11887200" cy="6566170"/>
          </a:xfrm>
        </p:spPr>
        <p:txBody>
          <a:bodyPr>
            <a:normAutofit fontScale="90000"/>
          </a:bodyPr>
          <a:lstStyle/>
          <a:p>
            <a:pPr algn="l"/>
            <a:r>
              <a:rPr lang="en-US" b="1" i="0" dirty="0">
                <a:solidFill>
                  <a:schemeClr val="tx1"/>
                </a:solidFill>
                <a:effectLst/>
                <a:latin typeface="Ginto"/>
              </a:rPr>
              <a:t>                                       </a:t>
            </a:r>
            <a:r>
              <a:rPr lang="en-US" sz="5300" b="1" i="0" dirty="0">
                <a:solidFill>
                  <a:srgbClr val="92D050"/>
                </a:solidFill>
                <a:effectLst/>
                <a:latin typeface="Ginto"/>
              </a:rPr>
              <a:t>Conclusion</a:t>
            </a:r>
            <a:br>
              <a:rPr lang="en-US" b="1" i="0" dirty="0">
                <a:solidFill>
                  <a:schemeClr val="tx1"/>
                </a:solidFill>
                <a:effectLst/>
                <a:latin typeface="Ginto"/>
              </a:rPr>
            </a:br>
            <a:r>
              <a:rPr lang="en-US" b="1" i="0" dirty="0">
                <a:solidFill>
                  <a:schemeClr val="tx1"/>
                </a:solidFill>
                <a:effectLst/>
                <a:latin typeface="Ginto"/>
              </a:rPr>
              <a:t>Project Impact:</a:t>
            </a:r>
            <a:br>
              <a:rPr lang="en-US" b="0" i="0" dirty="0">
                <a:solidFill>
                  <a:srgbClr val="FFC000"/>
                </a:solidFill>
                <a:effectLst/>
                <a:latin typeface="Ginto"/>
              </a:rPr>
            </a:br>
            <a:r>
              <a:rPr lang="en-US" b="0" i="0" dirty="0">
                <a:solidFill>
                  <a:srgbClr val="FFC000"/>
                </a:solidFill>
                <a:effectLst/>
                <a:latin typeface="Ginto"/>
              </a:rPr>
              <a:t>Enhanced educational opportunities and raised awareness about child rights.</a:t>
            </a:r>
            <a:br>
              <a:rPr lang="en-US" b="0" i="0" dirty="0">
                <a:solidFill>
                  <a:srgbClr val="FFC000"/>
                </a:solidFill>
                <a:effectLst/>
                <a:latin typeface="Ginto"/>
              </a:rPr>
            </a:br>
            <a:r>
              <a:rPr lang="en-US" b="0" i="0" dirty="0">
                <a:solidFill>
                  <a:srgbClr val="FFC000"/>
                </a:solidFill>
                <a:effectLst/>
                <a:latin typeface="Ginto"/>
              </a:rPr>
              <a:t>Addressed educational gaps and socio-cultural barriers.</a:t>
            </a:r>
            <a:br>
              <a:rPr lang="en-US" b="0" i="0" dirty="0">
                <a:solidFill>
                  <a:srgbClr val="FFC000"/>
                </a:solidFill>
                <a:effectLst/>
                <a:latin typeface="Ginto"/>
              </a:rPr>
            </a:br>
            <a:r>
              <a:rPr lang="en-US" b="0" i="0" dirty="0">
                <a:solidFill>
                  <a:srgbClr val="FFC000"/>
                </a:solidFill>
                <a:effectLst/>
                <a:latin typeface="Ginto"/>
              </a:rPr>
              <a:t>Empowered children and community through education and rights awareness.</a:t>
            </a:r>
            <a:br>
              <a:rPr lang="en-US" b="0" i="0" dirty="0">
                <a:solidFill>
                  <a:srgbClr val="FFC000"/>
                </a:solidFill>
                <a:effectLst/>
                <a:latin typeface="Ginto"/>
              </a:rPr>
            </a:br>
            <a:r>
              <a:rPr lang="en-US" b="1" i="0" dirty="0">
                <a:solidFill>
                  <a:schemeClr val="tx1"/>
                </a:solidFill>
                <a:effectLst/>
                <a:latin typeface="Ginto"/>
              </a:rPr>
              <a:t>Future Plans:</a:t>
            </a:r>
            <a:br>
              <a:rPr lang="en-US" b="0" i="0" dirty="0">
                <a:solidFill>
                  <a:srgbClr val="FFC000"/>
                </a:solidFill>
                <a:effectLst/>
                <a:latin typeface="Ginto"/>
              </a:rPr>
            </a:br>
            <a:r>
              <a:rPr lang="en-US" b="0" i="0" dirty="0">
                <a:solidFill>
                  <a:srgbClr val="FFC000"/>
                </a:solidFill>
                <a:effectLst/>
                <a:latin typeface="Ginto"/>
              </a:rPr>
              <a:t>Continue efforts, expand reach, and explore additional support methods.</a:t>
            </a:r>
            <a:br>
              <a:rPr lang="en-US" b="0" i="0" dirty="0">
                <a:solidFill>
                  <a:srgbClr val="FFC000"/>
                </a:solidFill>
                <a:effectLst/>
                <a:latin typeface="Ginto"/>
              </a:rPr>
            </a:br>
            <a:r>
              <a:rPr lang="en-US" b="0" i="0" dirty="0">
                <a:solidFill>
                  <a:srgbClr val="FFC000"/>
                </a:solidFill>
                <a:effectLst/>
                <a:latin typeface="Ginto"/>
              </a:rPr>
              <a:t>Create a more educated, aware, and empowered future </a:t>
            </a:r>
            <a:br>
              <a:rPr lang="en-US" b="0" i="0" dirty="0">
                <a:solidFill>
                  <a:srgbClr val="FFC000"/>
                </a:solidFill>
                <a:effectLst/>
                <a:latin typeface="Ginto"/>
              </a:rPr>
            </a:br>
            <a:r>
              <a:rPr lang="en-US" b="0" i="0" dirty="0">
                <a:solidFill>
                  <a:srgbClr val="FFC000"/>
                </a:solidFill>
                <a:effectLst/>
                <a:latin typeface="Ginto"/>
              </a:rPr>
              <a:t>generation.</a:t>
            </a:r>
            <a:br>
              <a:rPr lang="en-US" b="0" i="0" dirty="0">
                <a:solidFill>
                  <a:srgbClr val="FFC000"/>
                </a:solidFill>
                <a:effectLst/>
                <a:latin typeface="Ginto"/>
              </a:rPr>
            </a:br>
            <a:endParaRPr lang="en-IN" dirty="0">
              <a:solidFill>
                <a:srgbClr val="FFC000"/>
              </a:solidFill>
            </a:endParaRPr>
          </a:p>
        </p:txBody>
      </p:sp>
    </p:spTree>
    <p:extLst>
      <p:ext uri="{BB962C8B-B14F-4D97-AF65-F5344CB8AC3E}">
        <p14:creationId xmlns:p14="http://schemas.microsoft.com/office/powerpoint/2010/main" val="4990826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5EB6B-388F-E310-9732-F602C976C9C5}"/>
              </a:ext>
            </a:extLst>
          </p:cNvPr>
          <p:cNvSpPr>
            <a:spLocks noGrp="1"/>
          </p:cNvSpPr>
          <p:nvPr>
            <p:ph type="title"/>
          </p:nvPr>
        </p:nvSpPr>
        <p:spPr/>
        <p:txBody>
          <a:bodyPr>
            <a:normAutofit/>
          </a:bodyPr>
          <a:lstStyle/>
          <a:p>
            <a:r>
              <a:rPr lang="en-IN" sz="6000" dirty="0">
                <a:solidFill>
                  <a:srgbClr val="FFFF00"/>
                </a:solidFill>
              </a:rPr>
              <a:t>Thank you </a:t>
            </a:r>
          </a:p>
        </p:txBody>
      </p:sp>
      <p:sp>
        <p:nvSpPr>
          <p:cNvPr id="4" name="Text Placeholder 3">
            <a:extLst>
              <a:ext uri="{FF2B5EF4-FFF2-40B4-BE49-F238E27FC236}">
                <a16:creationId xmlns:a16="http://schemas.microsoft.com/office/drawing/2014/main" id="{C973CF18-15C5-1535-AE97-04FE59615CB1}"/>
              </a:ext>
            </a:extLst>
          </p:cNvPr>
          <p:cNvSpPr>
            <a:spLocks noGrp="1"/>
          </p:cNvSpPr>
          <p:nvPr>
            <p:ph type="body" sz="half" idx="2"/>
          </p:nvPr>
        </p:nvSpPr>
        <p:spPr>
          <a:xfrm>
            <a:off x="488678" y="2681372"/>
            <a:ext cx="4331575" cy="3647238"/>
          </a:xfrm>
        </p:spPr>
        <p:txBody>
          <a:bodyPr>
            <a:normAutofit/>
          </a:bodyPr>
          <a:lstStyle/>
          <a:p>
            <a:r>
              <a:rPr lang="en-US" sz="3200" b="0" i="0" dirty="0">
                <a:solidFill>
                  <a:srgbClr val="FF0000"/>
                </a:solidFill>
                <a:effectLst/>
                <a:latin typeface="Ginto"/>
              </a:rPr>
              <a:t>"Every child is a different kind of flower, and all together, make this world a beautiful garden."</a:t>
            </a:r>
            <a:endParaRPr lang="en-IN" sz="3200" dirty="0">
              <a:solidFill>
                <a:srgbClr val="FF0000"/>
              </a:solidFill>
            </a:endParaRPr>
          </a:p>
        </p:txBody>
      </p:sp>
      <p:pic>
        <p:nvPicPr>
          <p:cNvPr id="7" name="Picture Placeholder 21">
            <a:extLst>
              <a:ext uri="{FF2B5EF4-FFF2-40B4-BE49-F238E27FC236}">
                <a16:creationId xmlns:a16="http://schemas.microsoft.com/office/drawing/2014/main" id="{1274C829-5C01-51C1-792C-10B79B1CC8F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6345" b="6345"/>
          <a:stretch>
            <a:fillRect/>
          </a:stretch>
        </p:blipFill>
        <p:spPr>
          <a:xfrm>
            <a:off x="5245370" y="609600"/>
            <a:ext cx="5633498" cy="5080000"/>
          </a:xfrm>
        </p:spPr>
      </p:pic>
    </p:spTree>
    <p:extLst>
      <p:ext uri="{BB962C8B-B14F-4D97-AF65-F5344CB8AC3E}">
        <p14:creationId xmlns:p14="http://schemas.microsoft.com/office/powerpoint/2010/main" val="5607508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Override1.xml><?xml version="1.0" encoding="utf-8"?>
<a:themeOverride xmlns:a="http://schemas.openxmlformats.org/drawingml/2006/main">
  <a:clrScheme name="Custom 42">
    <a:dk1>
      <a:sysClr val="windowText" lastClr="000000"/>
    </a:dk1>
    <a:lt1>
      <a:sysClr val="window" lastClr="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89B453C-F2B2-4ECA-A6ED-7DBEF1B6D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2A3AD49-9331-450C-A2FE-6857A4DB38C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73CC670F-05B9-4BB7-BA2C-0DE5B5C1E5D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{AAAD0E29-6AC8-4FED-83EA-0F6ACDA6E732}tf00934815_win32</Template>
  <TotalTime>203</TotalTime>
  <Words>580</Words>
  <Application>Microsoft Office PowerPoint</Application>
  <PresentationFormat>Widescreen</PresentationFormat>
  <Paragraphs>15</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Ginto</vt:lpstr>
      <vt:lpstr>Goudy Old Style</vt:lpstr>
      <vt:lpstr>Wingdings 2</vt:lpstr>
      <vt:lpstr>SlateVTI</vt:lpstr>
      <vt:lpstr>Community Development Project (GEN231)</vt:lpstr>
      <vt:lpstr> Project: Child Rights and Education Objective: Promote awareness about child rights and enhance education for underprivileged  children Location: Raichur region Focus: Structured educational support and rights  awareness                                                            Under:-P. Venugopal                                                                         9535532932</vt:lpstr>
      <vt:lpstr>PowerPoint Presentation</vt:lpstr>
      <vt:lpstr>PowerPoint Presentation</vt:lpstr>
      <vt:lpstr>                          Problem Identification Issues: 1.Gap in access to quality education. 2.Economic and social struggles. 3.Lack of awareness regarding child rights.  Impact: 1.Low literacy rates. 2.Limited knowledge and opportunities. 3.Perpetuation of poverty and social inequality.   </vt:lpstr>
      <vt:lpstr>                                       Objectives Core Objective: Provide quality education and raise awareness  about child rights Focus Areas: 1.Fundamental mathematical concepts 2.Rights awareness Goals: 1.Strengthen academic skills 2.Create a supportive environment for personal and  intellectual growth </vt:lpstr>
      <vt:lpstr>                                 Steps taken  a. Identifying the Target Group Collaboration with local schools, leaders, and social workers b. Curriculum Development Focus on algebra, BODMAS, LCM, HCF, principle of interest, squares and square roots, cubes and cube roots. c. Establishing Learning Spaces Child friendly environments with necessary educational  materials. </vt:lpstr>
      <vt:lpstr>d. Awareness Campaigns Educating the community about child rights and the importance of education. e. Volunteer Engagement and Training Training sessions for effective teaching and classroom  management. f. Conducting Tutoring Sessions Regular, interactive, and engaging after-school sessions. </vt:lpstr>
      <vt:lpstr>g. Monitoring and Evaluation Pre- and post-assessments. Feedback sessions. Geo-tagged pictures for documentation. h. Collection of Testimonials and Feedback Positive feedback from children, parents, and community </vt:lpstr>
      <vt:lpstr>                                      Effectiveness Achievements: Significant improvement in understanding of mathematical  concepts. Enhanced academic skills and interest in learning. Increased community support for child rights and education. Empowerment: Better understanding of rights and importance of education. Safe and conducive learning environments. Visual records of project impact with geo-tagged pictures.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Identified societal problems Lack of Awareness About Child Rights: Need to educate both children and adults about their rights. Ensuring children are seen as individuals with rights. Limited Access to Quality Education: Barriers due to socioeconomic factors and inadequate  infrastructure. Illiteracy Among Women: Deep-rooted perception of women's roles. Necessity of recognizing women's equal potential and  contributions.  </vt:lpstr>
      <vt:lpstr>                                       Conclusion Project Impact: Enhanced educational opportunities and raised awareness about child rights. Addressed educational gaps and socio-cultural barriers. Empowered children and community through education and rights awareness. Future Plans: Continue efforts, expand reach, and explore additional support methods. Create a more educated, aware, and empowered future  generation.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veeresh desai</dc:creator>
  <cp:lastModifiedBy>veeresh desai</cp:lastModifiedBy>
  <cp:revision>1</cp:revision>
  <dcterms:created xsi:type="dcterms:W3CDTF">2024-10-19T20:35:15Z</dcterms:created>
  <dcterms:modified xsi:type="dcterms:W3CDTF">2024-10-20T05:28:33Z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